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Arimo"/>
      <p:regular r:id="rId35"/>
      <p:bold r:id="rId36"/>
      <p:italic r:id="rId37"/>
      <p:boldItalic r:id="rId38"/>
    </p:embeddedFont>
    <p:embeddedFont>
      <p:font typeface="Russo One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C62071-55C0-409A-A5DC-13AF11DB2925}">
  <a:tblStyle styleId="{A5C62071-55C0-409A-A5DC-13AF11DB29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im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mo-italic.fntdata"/><Relationship Id="rId14" Type="http://schemas.openxmlformats.org/officeDocument/2006/relationships/slide" Target="slides/slide9.xml"/><Relationship Id="rId36" Type="http://schemas.openxmlformats.org/officeDocument/2006/relationships/font" Target="fonts/Arimo-bold.fntdata"/><Relationship Id="rId17" Type="http://schemas.openxmlformats.org/officeDocument/2006/relationships/slide" Target="slides/slide12.xml"/><Relationship Id="rId39" Type="http://schemas.openxmlformats.org/officeDocument/2006/relationships/font" Target="fonts/RussoOne-regular.fntdata"/><Relationship Id="rId16" Type="http://schemas.openxmlformats.org/officeDocument/2006/relationships/slide" Target="slides/slide11.xml"/><Relationship Id="rId38" Type="http://schemas.openxmlformats.org/officeDocument/2006/relationships/font" Target="fonts/Arim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36107488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3610748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03610748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03610748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3610748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3610748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dbfd262ae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dbfd262ae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361074889_0_1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361074889_0_1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dbfd262ae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dbfd262ae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fc0c876c3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fc0c876c3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361074889_0_2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361074889_0_2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dbfd262ae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dbfd262ae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0361074889_0_1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0361074889_0_1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361074889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361074889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0361074889_0_1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0361074889_0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0361074889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0361074889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0361074889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0361074889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dbfd262ae1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dbfd262ae1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0361074889_0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0361074889_0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0361074889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0361074889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0361074889_0_1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0361074889_0_1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0177d22f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0177d22f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0177d22f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0177d22f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0361074889_0_2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0361074889_0_2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0177d22f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0177d22f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0177d22f5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0177d22f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0177d22f5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0177d22f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0177d22f5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0177d22f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0177d22f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0177d22f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0177d22f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0177d22f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0177d22f5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0177d22f5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0177d22f5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0177d22f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10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8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Layouts/_rels/slideLayout29.xml.rels><?xml version="1.0" encoding="UTF-8" standalone="yes"?><Relationships xmlns="http://schemas.openxmlformats.org/package/2006/relationships"><Relationship Id="rId11" Type="http://schemas.openxmlformats.org/officeDocument/2006/relationships/hyperlink" Target="http://bit.ly/2TtBDfr" TargetMode="External"/><Relationship Id="rId10" Type="http://schemas.openxmlformats.org/officeDocument/2006/relationships/hyperlink" Target="http://bit.ly/2TyoMsr" TargetMode="External"/><Relationship Id="rId13" Type="http://schemas.openxmlformats.org/officeDocument/2006/relationships/hyperlink" Target="https://vidfy.com/?utm_source=slidesgo_template&amp;utm_medium=referral-link&amp;utm_campaign=sg_credits&amp;utm_content=vidfy" TargetMode="External"/><Relationship Id="rId12" Type="http://schemas.openxmlformats.org/officeDocument/2006/relationships/hyperlink" Target="https://vidfy.com/?utm_source=slidesgo_template&amp;utm_medium=referral-link&amp;utm_campaign=sg_credits&amp;utm_content=vidfy" TargetMode="External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://bit.ly/2Tynxth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0925" y="1651925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100" y="167875"/>
            <a:ext cx="368450" cy="3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75" y="3971398"/>
            <a:ext cx="1564983" cy="14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714300" y="596988"/>
            <a:ext cx="4952100" cy="30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Font typeface="Russo One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14300" y="3857088"/>
            <a:ext cx="4389600" cy="430800"/>
          </a:xfrm>
          <a:prstGeom prst="rect">
            <a:avLst/>
          </a:prstGeom>
          <a:solidFill>
            <a:srgbClr val="FFFFFF">
              <a:alpha val="33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962475" y="2346975"/>
            <a:ext cx="4467000" cy="12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7146275" y="1101075"/>
            <a:ext cx="1380000" cy="5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828125" y="3975625"/>
            <a:ext cx="4601700" cy="430800"/>
          </a:xfrm>
          <a:prstGeom prst="rect">
            <a:avLst/>
          </a:prstGeom>
          <a:solidFill>
            <a:srgbClr val="FFFFFF">
              <a:alpha val="33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1261" y="44410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4414" y="4520733"/>
            <a:ext cx="910561" cy="973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714300" y="1119375"/>
            <a:ext cx="7715400" cy="3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54466" y="64316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3360" y="4551522"/>
            <a:ext cx="423725" cy="46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25" y="3408162"/>
            <a:ext cx="670875" cy="6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3844" y="-371547"/>
            <a:ext cx="1264925" cy="1204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2954600" y="1825075"/>
            <a:ext cx="2242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title"/>
          </p:nvPr>
        </p:nvSpPr>
        <p:spPr>
          <a:xfrm>
            <a:off x="2954601" y="132887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030925" y="3785425"/>
            <a:ext cx="2242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title"/>
          </p:nvPr>
        </p:nvSpPr>
        <p:spPr>
          <a:xfrm>
            <a:off x="4030926" y="32892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61075" y="1198727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74" y="219965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166" y="1277964"/>
            <a:ext cx="577022" cy="6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74125" y="1051281"/>
            <a:ext cx="1564975" cy="152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249" y="4398774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8436" y="430663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921" y="-545493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7466" y="3761714"/>
            <a:ext cx="577022" cy="6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8275" y="3132863"/>
            <a:ext cx="1662286" cy="162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621" y="4077295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799" y="273453"/>
            <a:ext cx="678970" cy="7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8999" y="-335151"/>
            <a:ext cx="1446975" cy="14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714300" y="1795700"/>
            <a:ext cx="37890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714300" y="430675"/>
            <a:ext cx="3789000" cy="1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685100" y="1314050"/>
            <a:ext cx="5773800" cy="23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425000" y="1612613"/>
            <a:ext cx="40047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4425100" y="2340763"/>
            <a:ext cx="40047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714300" y="2966450"/>
            <a:ext cx="3821400" cy="1638000"/>
          </a:xfrm>
          <a:prstGeom prst="rect">
            <a:avLst/>
          </a:prstGeom>
          <a:solidFill>
            <a:srgbClr val="FFFFFF">
              <a:alpha val="33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1194000" y="1389300"/>
            <a:ext cx="6756000" cy="12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subTitle"/>
          </p:nvPr>
        </p:nvSpPr>
        <p:spPr>
          <a:xfrm>
            <a:off x="2127750" y="3085575"/>
            <a:ext cx="4888500" cy="430800"/>
          </a:xfrm>
          <a:prstGeom prst="rect">
            <a:avLst/>
          </a:prstGeom>
          <a:solidFill>
            <a:srgbClr val="FFFFFF">
              <a:alpha val="33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0" name="Google Shape;6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409045">
            <a:off x="1964100" y="3386263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875" y="-413773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221" y="3960195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6349" y="3085574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5646" y="-165833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2466" y="367443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95786" y="4502993"/>
            <a:ext cx="423717" cy="326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hasCustomPrompt="1" type="title"/>
          </p:nvPr>
        </p:nvSpPr>
        <p:spPr>
          <a:xfrm>
            <a:off x="714300" y="14556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1514400" y="1613450"/>
            <a:ext cx="41415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2"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3" type="title"/>
          </p:nvPr>
        </p:nvSpPr>
        <p:spPr>
          <a:xfrm>
            <a:off x="1514400" y="1193450"/>
            <a:ext cx="41415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4" type="title"/>
          </p:nvPr>
        </p:nvSpPr>
        <p:spPr>
          <a:xfrm>
            <a:off x="714300" y="23319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5" type="subTitle"/>
          </p:nvPr>
        </p:nvSpPr>
        <p:spPr>
          <a:xfrm>
            <a:off x="1514400" y="2489750"/>
            <a:ext cx="41415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6" type="title"/>
          </p:nvPr>
        </p:nvSpPr>
        <p:spPr>
          <a:xfrm>
            <a:off x="1514400" y="2069750"/>
            <a:ext cx="41415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p13"/>
          <p:cNvSpPr txBox="1"/>
          <p:nvPr>
            <p:ph hasCustomPrompt="1" idx="7" type="title"/>
          </p:nvPr>
        </p:nvSpPr>
        <p:spPr>
          <a:xfrm>
            <a:off x="714300" y="32082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idx="8" type="subTitle"/>
          </p:nvPr>
        </p:nvSpPr>
        <p:spPr>
          <a:xfrm>
            <a:off x="1514400" y="3366050"/>
            <a:ext cx="41415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9" type="title"/>
          </p:nvPr>
        </p:nvSpPr>
        <p:spPr>
          <a:xfrm>
            <a:off x="1514400" y="2946050"/>
            <a:ext cx="41415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13"/>
          <p:cNvSpPr txBox="1"/>
          <p:nvPr>
            <p:ph hasCustomPrompt="1" idx="13" type="title"/>
          </p:nvPr>
        </p:nvSpPr>
        <p:spPr>
          <a:xfrm>
            <a:off x="714300" y="40845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idx="14" type="subTitle"/>
          </p:nvPr>
        </p:nvSpPr>
        <p:spPr>
          <a:xfrm>
            <a:off x="1514400" y="4242350"/>
            <a:ext cx="41415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5" type="title"/>
          </p:nvPr>
        </p:nvSpPr>
        <p:spPr>
          <a:xfrm>
            <a:off x="1514400" y="3822350"/>
            <a:ext cx="41415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82" name="Google Shape;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71119" y="-305422"/>
            <a:ext cx="1264925" cy="120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466" y="46218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3639" y="4050958"/>
            <a:ext cx="910561" cy="97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86" y="215536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2878" y="1507747"/>
            <a:ext cx="423725" cy="46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21924" y="4406774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1925" y="279050"/>
            <a:ext cx="1662286" cy="162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446" y="2893545"/>
            <a:ext cx="1508977" cy="1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714300" y="2146850"/>
            <a:ext cx="31710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714300" y="1450625"/>
            <a:ext cx="3171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5258700" y="2146850"/>
            <a:ext cx="31710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5258700" y="1450625"/>
            <a:ext cx="31710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96" name="Google Shape;9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5876" y="3563943"/>
            <a:ext cx="1545600" cy="14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975" y="3292151"/>
            <a:ext cx="1146075" cy="11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subTitle"/>
          </p:nvPr>
        </p:nvSpPr>
        <p:spPr>
          <a:xfrm>
            <a:off x="2562750" y="2190219"/>
            <a:ext cx="40185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2562750" y="1493994"/>
            <a:ext cx="4018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77300" y="207762"/>
            <a:ext cx="670875" cy="6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871" y="489092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470546">
            <a:off x="-198700" y="1329775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875" y="-413773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5471" y="4157470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9724" y="251886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1911" y="44410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6512" y="2194200"/>
            <a:ext cx="296047" cy="3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82550" y="3289760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29734" y="3174761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13749" y="489100"/>
            <a:ext cx="296047" cy="3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9275" y="3811987"/>
            <a:ext cx="670875" cy="6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904800" y="2609738"/>
            <a:ext cx="25413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type="title"/>
          </p:nvPr>
        </p:nvSpPr>
        <p:spPr>
          <a:xfrm>
            <a:off x="904800" y="1475363"/>
            <a:ext cx="25413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16" name="Google Shape;11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3600" y="2886812"/>
            <a:ext cx="730500" cy="78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96" y="-377680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3074" y="-686851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38725" y="4017304"/>
            <a:ext cx="1245663" cy="1332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16503" y="2196623"/>
            <a:ext cx="1130802" cy="120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520" y="3668138"/>
            <a:ext cx="730500" cy="7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714300" y="986025"/>
            <a:ext cx="7715400" cy="3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25" name="Google Shape;1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2375" y="1796740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171" y="4177495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8921" y="-384908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2666" y="26743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409045">
            <a:off x="327100" y="4122075"/>
            <a:ext cx="1662286" cy="162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1056500" y="1198200"/>
            <a:ext cx="28032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1056500" y="587700"/>
            <a:ext cx="2803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2" type="subTitle"/>
          </p:nvPr>
        </p:nvSpPr>
        <p:spPr>
          <a:xfrm>
            <a:off x="5284301" y="3455975"/>
            <a:ext cx="28032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3" type="title"/>
          </p:nvPr>
        </p:nvSpPr>
        <p:spPr>
          <a:xfrm>
            <a:off x="5284299" y="2845475"/>
            <a:ext cx="2803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35" name="Google Shape;13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77488" y="51062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82925" y="2641313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809" y="3109420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336175" y="2371298"/>
            <a:ext cx="1564983" cy="14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275" y="-158027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2201887">
            <a:off x="5986975" y="4428298"/>
            <a:ext cx="1564983" cy="14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9950" y="295702"/>
            <a:ext cx="1346930" cy="139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5121" y="-174283"/>
            <a:ext cx="1109304" cy="10362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1" type="subTitle"/>
          </p:nvPr>
        </p:nvSpPr>
        <p:spPr>
          <a:xfrm>
            <a:off x="1715813" y="31660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2" type="title"/>
          </p:nvPr>
        </p:nvSpPr>
        <p:spPr>
          <a:xfrm>
            <a:off x="1715813" y="26698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7" name="Google Shape;147;p20"/>
          <p:cNvSpPr txBox="1"/>
          <p:nvPr>
            <p:ph idx="3" type="subTitle"/>
          </p:nvPr>
        </p:nvSpPr>
        <p:spPr>
          <a:xfrm>
            <a:off x="5185691" y="31660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4" type="title"/>
          </p:nvPr>
        </p:nvSpPr>
        <p:spPr>
          <a:xfrm>
            <a:off x="5185688" y="26698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2468" y="3115260"/>
            <a:ext cx="1036210" cy="118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980" y="4160833"/>
            <a:ext cx="743836" cy="821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5296" y="3988370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3024" y="2166536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950" y="2098131"/>
            <a:ext cx="885600" cy="947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714300" y="31660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2" type="title"/>
          </p:nvPr>
        </p:nvSpPr>
        <p:spPr>
          <a:xfrm>
            <a:off x="714300" y="26698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21"/>
          <p:cNvSpPr txBox="1"/>
          <p:nvPr>
            <p:ph idx="3" type="subTitle"/>
          </p:nvPr>
        </p:nvSpPr>
        <p:spPr>
          <a:xfrm>
            <a:off x="3450753" y="31660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4" type="title"/>
          </p:nvPr>
        </p:nvSpPr>
        <p:spPr>
          <a:xfrm>
            <a:off x="3450751" y="26698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0" name="Google Shape;160;p21"/>
          <p:cNvSpPr txBox="1"/>
          <p:nvPr>
            <p:ph idx="5" type="subTitle"/>
          </p:nvPr>
        </p:nvSpPr>
        <p:spPr>
          <a:xfrm>
            <a:off x="6187204" y="31660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6" type="title"/>
          </p:nvPr>
        </p:nvSpPr>
        <p:spPr>
          <a:xfrm>
            <a:off x="6187204" y="26698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4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" type="subTitle"/>
          </p:nvPr>
        </p:nvSpPr>
        <p:spPr>
          <a:xfrm>
            <a:off x="5130150" y="4049150"/>
            <a:ext cx="22425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2" type="title"/>
          </p:nvPr>
        </p:nvSpPr>
        <p:spPr>
          <a:xfrm>
            <a:off x="5130152" y="355295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" name="Google Shape;166;p22"/>
          <p:cNvSpPr txBox="1"/>
          <p:nvPr>
            <p:ph idx="3" type="subTitle"/>
          </p:nvPr>
        </p:nvSpPr>
        <p:spPr>
          <a:xfrm>
            <a:off x="5130150" y="1287950"/>
            <a:ext cx="22425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idx="4" type="title"/>
          </p:nvPr>
        </p:nvSpPr>
        <p:spPr>
          <a:xfrm>
            <a:off x="5130152" y="79175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" name="Google Shape;168;p22"/>
          <p:cNvSpPr txBox="1"/>
          <p:nvPr>
            <p:ph idx="5" type="subTitle"/>
          </p:nvPr>
        </p:nvSpPr>
        <p:spPr>
          <a:xfrm>
            <a:off x="5130150" y="2668550"/>
            <a:ext cx="22425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6" type="title"/>
          </p:nvPr>
        </p:nvSpPr>
        <p:spPr>
          <a:xfrm>
            <a:off x="5130152" y="217235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70" name="Google Shape;17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9529" y="62268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9531" y="-220322"/>
            <a:ext cx="1264925" cy="120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1758" y="3667249"/>
            <a:ext cx="2418140" cy="22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49454" y="2673657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4149" y="4029226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7661" y="3410788"/>
            <a:ext cx="1173798" cy="12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>
            <p:ph idx="1" type="subTitle"/>
          </p:nvPr>
        </p:nvSpPr>
        <p:spPr>
          <a:xfrm>
            <a:off x="714300" y="3537500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2" type="title"/>
          </p:nvPr>
        </p:nvSpPr>
        <p:spPr>
          <a:xfrm>
            <a:off x="714300" y="304130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714303" y="19087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4" type="title"/>
          </p:nvPr>
        </p:nvSpPr>
        <p:spPr>
          <a:xfrm>
            <a:off x="714301" y="14125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23"/>
          <p:cNvSpPr txBox="1"/>
          <p:nvPr>
            <p:ph idx="5" type="subTitle"/>
          </p:nvPr>
        </p:nvSpPr>
        <p:spPr>
          <a:xfrm>
            <a:off x="6187204" y="3537500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6" type="title"/>
          </p:nvPr>
        </p:nvSpPr>
        <p:spPr>
          <a:xfrm>
            <a:off x="6187204" y="304130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4" name="Google Shape;184;p23"/>
          <p:cNvSpPr txBox="1"/>
          <p:nvPr>
            <p:ph idx="7" type="subTitle"/>
          </p:nvPr>
        </p:nvSpPr>
        <p:spPr>
          <a:xfrm>
            <a:off x="6187204" y="19087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8" type="title"/>
          </p:nvPr>
        </p:nvSpPr>
        <p:spPr>
          <a:xfrm>
            <a:off x="6187204" y="14125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2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idx="1" type="subTitle"/>
          </p:nvPr>
        </p:nvSpPr>
        <p:spPr>
          <a:xfrm>
            <a:off x="2040225" y="3537500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2" type="title"/>
          </p:nvPr>
        </p:nvSpPr>
        <p:spPr>
          <a:xfrm>
            <a:off x="2040225" y="304130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24"/>
          <p:cNvSpPr txBox="1"/>
          <p:nvPr>
            <p:ph idx="3" type="subTitle"/>
          </p:nvPr>
        </p:nvSpPr>
        <p:spPr>
          <a:xfrm>
            <a:off x="2040228" y="1838363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4" type="title"/>
          </p:nvPr>
        </p:nvSpPr>
        <p:spPr>
          <a:xfrm>
            <a:off x="2040226" y="1342163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2" name="Google Shape;192;p24"/>
          <p:cNvSpPr txBox="1"/>
          <p:nvPr>
            <p:ph idx="5" type="subTitle"/>
          </p:nvPr>
        </p:nvSpPr>
        <p:spPr>
          <a:xfrm>
            <a:off x="6187204" y="3537500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6" type="title"/>
          </p:nvPr>
        </p:nvSpPr>
        <p:spPr>
          <a:xfrm>
            <a:off x="6187204" y="3041300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24"/>
          <p:cNvSpPr txBox="1"/>
          <p:nvPr>
            <p:ph idx="7" type="subTitle"/>
          </p:nvPr>
        </p:nvSpPr>
        <p:spPr>
          <a:xfrm>
            <a:off x="6187204" y="1838363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4"/>
          <p:cNvSpPr txBox="1"/>
          <p:nvPr>
            <p:ph idx="8" type="title"/>
          </p:nvPr>
        </p:nvSpPr>
        <p:spPr>
          <a:xfrm>
            <a:off x="6187204" y="1342163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96" name="Google Shape;19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8863" y="4312050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362" y="-531400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1900" y="-134063"/>
            <a:ext cx="670875" cy="6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9700" y="4029135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00050" y="2370723"/>
            <a:ext cx="864125" cy="86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3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8471" y="4013745"/>
            <a:ext cx="1508977" cy="1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>
            <p:ph idx="1" type="subTitle"/>
          </p:nvPr>
        </p:nvSpPr>
        <p:spPr>
          <a:xfrm>
            <a:off x="714300" y="40137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05" name="Google Shape;205;p25"/>
          <p:cNvSpPr txBox="1"/>
          <p:nvPr>
            <p:ph idx="2" type="title"/>
          </p:nvPr>
        </p:nvSpPr>
        <p:spPr>
          <a:xfrm>
            <a:off x="714300" y="36117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6" name="Google Shape;206;p25"/>
          <p:cNvSpPr txBox="1"/>
          <p:nvPr>
            <p:ph idx="3" type="subTitle"/>
          </p:nvPr>
        </p:nvSpPr>
        <p:spPr>
          <a:xfrm>
            <a:off x="3450751" y="40137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5"/>
          <p:cNvSpPr txBox="1"/>
          <p:nvPr>
            <p:ph idx="4" type="title"/>
          </p:nvPr>
        </p:nvSpPr>
        <p:spPr>
          <a:xfrm>
            <a:off x="3450751" y="36117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8" name="Google Shape;208;p25"/>
          <p:cNvSpPr txBox="1"/>
          <p:nvPr>
            <p:ph idx="5" type="subTitle"/>
          </p:nvPr>
        </p:nvSpPr>
        <p:spPr>
          <a:xfrm>
            <a:off x="6187201" y="40137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6" type="title"/>
          </p:nvPr>
        </p:nvSpPr>
        <p:spPr>
          <a:xfrm>
            <a:off x="6187201" y="36117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0" name="Google Shape;210;p25"/>
          <p:cNvSpPr txBox="1"/>
          <p:nvPr>
            <p:ph idx="7" type="subTitle"/>
          </p:nvPr>
        </p:nvSpPr>
        <p:spPr>
          <a:xfrm>
            <a:off x="714300" y="22230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5"/>
          <p:cNvSpPr txBox="1"/>
          <p:nvPr>
            <p:ph idx="8" type="title"/>
          </p:nvPr>
        </p:nvSpPr>
        <p:spPr>
          <a:xfrm>
            <a:off x="714300" y="18210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2" name="Google Shape;212;p25"/>
          <p:cNvSpPr txBox="1"/>
          <p:nvPr>
            <p:ph idx="9" type="subTitle"/>
          </p:nvPr>
        </p:nvSpPr>
        <p:spPr>
          <a:xfrm>
            <a:off x="3450751" y="22230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idx="13" type="title"/>
          </p:nvPr>
        </p:nvSpPr>
        <p:spPr>
          <a:xfrm>
            <a:off x="3450751" y="18210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" name="Google Shape;214;p25"/>
          <p:cNvSpPr txBox="1"/>
          <p:nvPr>
            <p:ph idx="14" type="subTitle"/>
          </p:nvPr>
        </p:nvSpPr>
        <p:spPr>
          <a:xfrm>
            <a:off x="6187201" y="22230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5"/>
          <p:cNvSpPr txBox="1"/>
          <p:nvPr>
            <p:ph idx="15" type="title"/>
          </p:nvPr>
        </p:nvSpPr>
        <p:spPr>
          <a:xfrm>
            <a:off x="6187201" y="18210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18" name="Google Shape;21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4804" y="-445219"/>
            <a:ext cx="1289888" cy="140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6503" y="2196623"/>
            <a:ext cx="1130802" cy="120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363" y="-445225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3641" y="34613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7050" y="399159"/>
            <a:ext cx="546212" cy="42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25" name="Google Shape;22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030713" y="467200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77068" y="4277902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1487" y="383425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17811" y="-714414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73308" y="148193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-617827" y="1328867"/>
            <a:ext cx="1109304" cy="103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hasCustomPrompt="1" type="title"/>
          </p:nvPr>
        </p:nvSpPr>
        <p:spPr>
          <a:xfrm>
            <a:off x="1205627" y="2324588"/>
            <a:ext cx="13140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3" name="Google Shape;233;p28"/>
          <p:cNvSpPr txBox="1"/>
          <p:nvPr>
            <p:ph idx="1" type="subTitle"/>
          </p:nvPr>
        </p:nvSpPr>
        <p:spPr>
          <a:xfrm>
            <a:off x="714350" y="3678350"/>
            <a:ext cx="2296500" cy="43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28"/>
          <p:cNvSpPr txBox="1"/>
          <p:nvPr>
            <p:ph idx="2"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35" name="Google Shape;235;p28"/>
          <p:cNvSpPr txBox="1"/>
          <p:nvPr>
            <p:ph hasCustomPrompt="1" idx="3" type="title"/>
          </p:nvPr>
        </p:nvSpPr>
        <p:spPr>
          <a:xfrm>
            <a:off x="3934066" y="2324588"/>
            <a:ext cx="13140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6" name="Google Shape;236;p28"/>
          <p:cNvSpPr txBox="1"/>
          <p:nvPr>
            <p:ph idx="4" type="subTitle"/>
          </p:nvPr>
        </p:nvSpPr>
        <p:spPr>
          <a:xfrm>
            <a:off x="3442789" y="3678350"/>
            <a:ext cx="2296500" cy="43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7" name="Google Shape;237;p28"/>
          <p:cNvSpPr txBox="1"/>
          <p:nvPr>
            <p:ph hasCustomPrompt="1" idx="5" type="title"/>
          </p:nvPr>
        </p:nvSpPr>
        <p:spPr>
          <a:xfrm>
            <a:off x="6624480" y="2324588"/>
            <a:ext cx="13140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8" name="Google Shape;238;p28"/>
          <p:cNvSpPr txBox="1"/>
          <p:nvPr>
            <p:ph idx="6" type="subTitle"/>
          </p:nvPr>
        </p:nvSpPr>
        <p:spPr>
          <a:xfrm>
            <a:off x="6133204" y="3678350"/>
            <a:ext cx="2296500" cy="43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39" name="Google Shape;23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40113" y="-222150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187" y="110050"/>
            <a:ext cx="296047" cy="3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0862" y="-537575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69626" y="113285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291" y="475263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71" y="4394892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191" y="346139"/>
            <a:ext cx="577022" cy="6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55911" y="-78150"/>
            <a:ext cx="1173798" cy="12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>
            <p:ph idx="1" type="subTitle"/>
          </p:nvPr>
        </p:nvSpPr>
        <p:spPr>
          <a:xfrm>
            <a:off x="2092200" y="1670600"/>
            <a:ext cx="49596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" name="Google Shape;249;p29"/>
          <p:cNvSpPr txBox="1"/>
          <p:nvPr>
            <p:ph type="title"/>
          </p:nvPr>
        </p:nvSpPr>
        <p:spPr>
          <a:xfrm>
            <a:off x="2561400" y="2945000"/>
            <a:ext cx="40212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pic>
        <p:nvPicPr>
          <p:cNvPr id="250" name="Google Shape;2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04738" y="3793400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87793" y="-299473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99037" y="226515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258435" y="2990752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-332301" y="2987549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2280748" y="-165833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125" y="476670"/>
            <a:ext cx="914551" cy="9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317200" y="4462126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360133" y="772418"/>
            <a:ext cx="423717" cy="326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idx="1" type="subTitle"/>
          </p:nvPr>
        </p:nvSpPr>
        <p:spPr>
          <a:xfrm>
            <a:off x="2175750" y="1384125"/>
            <a:ext cx="4792500" cy="123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1" name="Google Shape;261;p30"/>
          <p:cNvSpPr txBox="1"/>
          <p:nvPr>
            <p:ph type="title"/>
          </p:nvPr>
        </p:nvSpPr>
        <p:spPr>
          <a:xfrm>
            <a:off x="2536350" y="666750"/>
            <a:ext cx="4071300" cy="6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pic>
        <p:nvPicPr>
          <p:cNvPr id="262" name="Google Shape;26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224538" y="3793400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24543" y="-182523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452350" y="189310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105985" y="42859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332301" y="2987549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150" y="1410160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" y="1216237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58275" y="-432833"/>
            <a:ext cx="1245663" cy="1332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17200" y="4462126"/>
            <a:ext cx="1036425" cy="9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0"/>
          <p:cNvSpPr txBox="1"/>
          <p:nvPr/>
        </p:nvSpPr>
        <p:spPr>
          <a:xfrm>
            <a:off x="2335200" y="3483325"/>
            <a:ext cx="4473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including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and videos from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12"/>
              </a:rPr>
              <a:t>Vidfy</a:t>
            </a:r>
            <a:r>
              <a:rPr lang="en" sz="12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13"/>
              </a:rPr>
              <a:t> </a:t>
            </a:r>
            <a:endParaRPr b="1" sz="12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227043" y="-29500"/>
            <a:ext cx="670875" cy="6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96793" y="92504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3470546">
            <a:off x="8011857" y="1760700"/>
            <a:ext cx="1662286" cy="16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422900" y="-413773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025694" y="4157470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96557" y="251886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093939" y="449816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8332284" y="882775"/>
            <a:ext cx="296047" cy="3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57268" y="3500885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354659" y="3174761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422909" y="489100"/>
            <a:ext cx="296047" cy="3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098943" y="3592912"/>
            <a:ext cx="670875" cy="6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100000">
              <a:schemeClr val="lt2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Russo One"/>
              <a:buNone/>
              <a:defRPr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mo"/>
              <a:buChar char="●"/>
              <a:def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9.png"/><Relationship Id="rId11" Type="http://schemas.openxmlformats.org/officeDocument/2006/relationships/image" Target="../media/image15.png"/><Relationship Id="rId10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19.png"/><Relationship Id="rId11" Type="http://schemas.openxmlformats.org/officeDocument/2006/relationships/hyperlink" Target="http://www.youtube.com/watch?v=DzDtJTFt2Is" TargetMode="External"/><Relationship Id="rId10" Type="http://schemas.openxmlformats.org/officeDocument/2006/relationships/image" Target="../media/image34.gif"/><Relationship Id="rId12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36.jp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8.jpg"/><Relationship Id="rId11" Type="http://schemas.openxmlformats.org/officeDocument/2006/relationships/image" Target="../media/image25.png"/><Relationship Id="rId10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jpg"/><Relationship Id="rId4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hyperlink" Target="http://www.youtube.com/watch?v=9wsEbft345M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3.png"/><Relationship Id="rId10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33.jpg"/><Relationship Id="rId5" Type="http://schemas.openxmlformats.org/officeDocument/2006/relationships/image" Target="../media/image7.png"/><Relationship Id="rId6" Type="http://schemas.openxmlformats.org/officeDocument/2006/relationships/image" Target="../media/image29.jpg"/><Relationship Id="rId7" Type="http://schemas.openxmlformats.org/officeDocument/2006/relationships/image" Target="../media/image30.png"/><Relationship Id="rId8" Type="http://schemas.openxmlformats.org/officeDocument/2006/relationships/image" Target="../media/image45.jpg"/><Relationship Id="rId11" Type="http://schemas.openxmlformats.org/officeDocument/2006/relationships/image" Target="../media/image35.jpg"/><Relationship Id="rId10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38.gif"/><Relationship Id="rId8" Type="http://schemas.openxmlformats.org/officeDocument/2006/relationships/image" Target="../media/image19.png"/><Relationship Id="rId11" Type="http://schemas.openxmlformats.org/officeDocument/2006/relationships/image" Target="../media/image4.png"/><Relationship Id="rId10" Type="http://schemas.openxmlformats.org/officeDocument/2006/relationships/image" Target="../media/image54.gif"/><Relationship Id="rId13" Type="http://schemas.openxmlformats.org/officeDocument/2006/relationships/image" Target="../media/image3.png"/><Relationship Id="rId12" Type="http://schemas.openxmlformats.org/officeDocument/2006/relationships/image" Target="../media/image7.png"/><Relationship Id="rId1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46.png"/><Relationship Id="rId8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50.jp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4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hyperlink" Target="https://www.tiktok.com/" TargetMode="External"/><Relationship Id="rId6" Type="http://schemas.openxmlformats.org/officeDocument/2006/relationships/image" Target="../media/image42.jp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jp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7.png"/><Relationship Id="rId10" Type="http://schemas.openxmlformats.org/officeDocument/2006/relationships/image" Target="../media/image4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420" y="3325213"/>
            <a:ext cx="730500" cy="79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06321">
            <a:off x="6139755" y="1536896"/>
            <a:ext cx="1212536" cy="1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>
            <p:ph type="ctrTitle"/>
          </p:nvPr>
        </p:nvSpPr>
        <p:spPr>
          <a:xfrm>
            <a:off x="714300" y="596988"/>
            <a:ext cx="4952100" cy="30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STORYTELLING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ΨΗΦΙΑΚΗ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ΑΦΗΓΗΣΗ</a:t>
            </a:r>
            <a:endParaRPr/>
          </a:p>
        </p:txBody>
      </p:sp>
      <p:sp>
        <p:nvSpPr>
          <p:cNvPr id="293" name="Google Shape;293;p33"/>
          <p:cNvSpPr txBox="1"/>
          <p:nvPr>
            <p:ph idx="1" type="subTitle"/>
          </p:nvPr>
        </p:nvSpPr>
        <p:spPr>
          <a:xfrm>
            <a:off x="452750" y="3959275"/>
            <a:ext cx="5778600" cy="4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41B47"/>
                </a:solidFill>
              </a:rPr>
              <a:t>“</a:t>
            </a:r>
            <a:r>
              <a:rPr b="1" lang="en" sz="2000">
                <a:solidFill>
                  <a:srgbClr val="741B47"/>
                </a:solidFill>
              </a:rPr>
              <a:t>TECHNOLOGY AND MEDIA IN EDUCATION”</a:t>
            </a:r>
            <a:endParaRPr b="1" sz="2000">
              <a:solidFill>
                <a:srgbClr val="741B47"/>
              </a:solidFill>
            </a:endParaRPr>
          </a:p>
        </p:txBody>
      </p:sp>
      <p:pic>
        <p:nvPicPr>
          <p:cNvPr id="294" name="Google Shape;29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000" y="451123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5625" y="257200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30400" y="1337031"/>
            <a:ext cx="1564975" cy="152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434829">
            <a:off x="6945694" y="662780"/>
            <a:ext cx="1137931" cy="150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455341">
            <a:off x="5848843" y="2195428"/>
            <a:ext cx="2524322" cy="143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3"/>
          <p:cNvPicPr preferRelativeResize="0"/>
          <p:nvPr/>
        </p:nvPicPr>
        <p:blipFill rotWithShape="1">
          <a:blip r:embed="rId10">
            <a:alphaModFix/>
          </a:blip>
          <a:srcRect b="0" l="6859" r="6859" t="0"/>
          <a:stretch/>
        </p:blipFill>
        <p:spPr>
          <a:xfrm rot="-1455342">
            <a:off x="6103014" y="2395158"/>
            <a:ext cx="1932481" cy="108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960525">
            <a:off x="7163421" y="3024429"/>
            <a:ext cx="1308174" cy="152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9175" y="1891125"/>
            <a:ext cx="2098380" cy="20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300" y="435301"/>
            <a:ext cx="1146075" cy="11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412" y="796337"/>
            <a:ext cx="2162691" cy="1981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084" y="2978078"/>
            <a:ext cx="3795089" cy="106442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4"/>
          <p:cNvSpPr txBox="1"/>
          <p:nvPr>
            <p:ph type="title"/>
          </p:nvPr>
        </p:nvSpPr>
        <p:spPr>
          <a:xfrm>
            <a:off x="3988425" y="327825"/>
            <a:ext cx="4441200" cy="19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Video και εκπαίδευση!</a:t>
            </a:r>
            <a:endParaRPr/>
          </a:p>
        </p:txBody>
      </p:sp>
      <p:sp>
        <p:nvSpPr>
          <p:cNvPr id="310" name="Google Shape;310;p34"/>
          <p:cNvSpPr txBox="1"/>
          <p:nvPr>
            <p:ph idx="1" type="subTitle"/>
          </p:nvPr>
        </p:nvSpPr>
        <p:spPr>
          <a:xfrm>
            <a:off x="4425100" y="2340784"/>
            <a:ext cx="4200900" cy="20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Εξαιρετικές </a:t>
            </a:r>
            <a:r>
              <a:rPr lang="en" sz="1800"/>
              <a:t>Δυνατότητες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Ήχος &amp; Εικόνα</a:t>
            </a:r>
            <a:r>
              <a:rPr lang="en" sz="1800"/>
              <a:t> 		Ανθρώπινη </a:t>
            </a:r>
            <a:endParaRPr sz="1800"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φωνή </a:t>
            </a:r>
            <a:endParaRPr sz="1800"/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και παρουσία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Κείμενο </a:t>
            </a:r>
            <a:r>
              <a:rPr lang="en" sz="1800"/>
              <a:t>			Βιβλίο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				&amp; σημειώσεις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100" y="4132365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31221" y="4132373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9700" y="3644576"/>
            <a:ext cx="1146075" cy="11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434832">
            <a:off x="2659517" y="1209472"/>
            <a:ext cx="1339963" cy="176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074" y="2294696"/>
            <a:ext cx="3560170" cy="1986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4"/>
          <p:cNvPicPr preferRelativeResize="0"/>
          <p:nvPr/>
        </p:nvPicPr>
        <p:blipFill rotWithShape="1">
          <a:blip r:embed="rId10">
            <a:alphaModFix/>
          </a:blip>
          <a:srcRect b="8867" l="0" r="0" t="0"/>
          <a:stretch/>
        </p:blipFill>
        <p:spPr>
          <a:xfrm>
            <a:off x="1263653" y="2434896"/>
            <a:ext cx="2196600" cy="1127400"/>
          </a:xfrm>
          <a:prstGeom prst="trapezoid">
            <a:avLst>
              <a:gd fmla="val 6706" name="adj"/>
            </a:avLst>
          </a:prstGeom>
          <a:noFill/>
          <a:ln>
            <a:noFill/>
          </a:ln>
        </p:spPr>
      </p:pic>
      <p:pic>
        <p:nvPicPr>
          <p:cNvPr descr="Digital Education gives consideration to theories of learning that underpin the design of curricula to support the effective utilisation of digital technologies to deliver education while empowering the learner.  &#10;&#10;Exploring the use of digital technologies gives educators the opportunity to design engaging learning opportunities in the form of face-to-face, blended or fully online courses. &#10; &#10;Advantages to this approach can include a more engaging face-2-face learning experience access to educational content at a time or location that is convenient to the learner and  &#10;&#10;The option of a more personalised learning experience.   &#10;&#10;Digital education utilises learning techniques and technologies to:  &#10;&#10;- Create new types of curriculum,   &#10;&#10;- Provide well-integrated combinations of digital and conventional modes of learning &#10;&#10;- Enable more interaction between learners and educators, both inside and outside of the classroom &#10;&#10;- Gives the ability to assess students in different ways and improve their engagement with quicker, more relevant and more contextualised feedback  &#10;&#10;- Ultimately leading to MBRU’s goal for Learner centred, innovation focused, curriculum for the health professional of the future" id="317" name="Google Shape;317;p34" title="What is ... Digital Education?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61812" y="2299238"/>
            <a:ext cx="2162700" cy="1398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34"/>
          <p:cNvCxnSpPr/>
          <p:nvPr/>
        </p:nvCxnSpPr>
        <p:spPr>
          <a:xfrm>
            <a:off x="6116138" y="3938775"/>
            <a:ext cx="555600" cy="5700"/>
          </a:xfrm>
          <a:prstGeom prst="straightConnector1">
            <a:avLst/>
          </a:prstGeom>
          <a:noFill/>
          <a:ln cap="flat" cmpd="sng" w="28575">
            <a:solidFill>
              <a:srgbClr val="20124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4"/>
          <p:cNvCxnSpPr/>
          <p:nvPr/>
        </p:nvCxnSpPr>
        <p:spPr>
          <a:xfrm flipH="1" rot="10800000">
            <a:off x="6226975" y="3138350"/>
            <a:ext cx="497400" cy="8400"/>
          </a:xfrm>
          <a:prstGeom prst="straightConnector1">
            <a:avLst/>
          </a:prstGeom>
          <a:noFill/>
          <a:ln cap="flat" cmpd="sng" w="28575">
            <a:solidFill>
              <a:srgbClr val="20124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/>
          <p:nvPr/>
        </p:nvSpPr>
        <p:spPr>
          <a:xfrm>
            <a:off x="714291" y="2155376"/>
            <a:ext cx="677400" cy="6774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/>
          <p:nvPr/>
        </p:nvSpPr>
        <p:spPr>
          <a:xfrm>
            <a:off x="714291" y="3031676"/>
            <a:ext cx="677400" cy="6774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5"/>
          <p:cNvSpPr/>
          <p:nvPr/>
        </p:nvSpPr>
        <p:spPr>
          <a:xfrm>
            <a:off x="714291" y="3907976"/>
            <a:ext cx="677400" cy="6774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714291" y="1279076"/>
            <a:ext cx="677400" cy="6774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 txBox="1"/>
          <p:nvPr>
            <p:ph type="title"/>
          </p:nvPr>
        </p:nvSpPr>
        <p:spPr>
          <a:xfrm>
            <a:off x="714300" y="14556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9" name="Google Shape;329;p35"/>
          <p:cNvSpPr txBox="1"/>
          <p:nvPr>
            <p:ph idx="1" type="subTitle"/>
          </p:nvPr>
        </p:nvSpPr>
        <p:spPr>
          <a:xfrm>
            <a:off x="1514400" y="1279075"/>
            <a:ext cx="59649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Αξιοποίηση video που διατίθενται ελεύθερα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για ενίσχυση διδασκαλίας </a:t>
            </a:r>
            <a:r>
              <a:rPr lang="en"/>
              <a:t>&amp; μάθησης</a:t>
            </a:r>
            <a:endParaRPr/>
          </a:p>
        </p:txBody>
      </p:sp>
      <p:sp>
        <p:nvSpPr>
          <p:cNvPr id="330" name="Google Shape;330;p35"/>
          <p:cNvSpPr txBox="1"/>
          <p:nvPr>
            <p:ph idx="2"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ΠΟΛΛΑΠΛΕΣ ΧΡΗΣΕΙΣ ΤΩΝ VIDEOS</a:t>
            </a:r>
            <a:endParaRPr/>
          </a:p>
        </p:txBody>
      </p:sp>
      <p:sp>
        <p:nvSpPr>
          <p:cNvPr id="331" name="Google Shape;331;p35"/>
          <p:cNvSpPr txBox="1"/>
          <p:nvPr>
            <p:ph idx="4" type="title"/>
          </p:nvPr>
        </p:nvSpPr>
        <p:spPr>
          <a:xfrm>
            <a:off x="714300" y="23319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2" name="Google Shape;332;p35"/>
          <p:cNvSpPr txBox="1"/>
          <p:nvPr>
            <p:ph idx="5" type="subTitle"/>
          </p:nvPr>
        </p:nvSpPr>
        <p:spPr>
          <a:xfrm>
            <a:off x="1514400" y="2226878"/>
            <a:ext cx="40002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Κατασκευή προσωπικών εκπαιδευτικων </a:t>
            </a:r>
            <a:r>
              <a:rPr lang="en"/>
              <a:t>video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για ενίσχυση διδασκαλίας &amp; μάθησης</a:t>
            </a:r>
            <a:endParaRPr/>
          </a:p>
        </p:txBody>
      </p:sp>
      <p:sp>
        <p:nvSpPr>
          <p:cNvPr id="333" name="Google Shape;333;p35"/>
          <p:cNvSpPr txBox="1"/>
          <p:nvPr>
            <p:ph idx="7" type="title"/>
          </p:nvPr>
        </p:nvSpPr>
        <p:spPr>
          <a:xfrm>
            <a:off x="714300" y="32082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4" name="Google Shape;334;p35"/>
          <p:cNvSpPr txBox="1"/>
          <p:nvPr>
            <p:ph idx="8" type="subTitle"/>
          </p:nvPr>
        </p:nvSpPr>
        <p:spPr>
          <a:xfrm>
            <a:off x="1514400" y="3122150"/>
            <a:ext cx="4421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Κατασκευή βίντεο ως αποτέλεσμα της διδασκαλίας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(ανάθεση ομαδικής εργασίας στους μαθητές)</a:t>
            </a:r>
            <a:endParaRPr/>
          </a:p>
        </p:txBody>
      </p:sp>
      <p:sp>
        <p:nvSpPr>
          <p:cNvPr id="335" name="Google Shape;335;p35"/>
          <p:cNvSpPr txBox="1"/>
          <p:nvPr>
            <p:ph idx="13" type="title"/>
          </p:nvPr>
        </p:nvSpPr>
        <p:spPr>
          <a:xfrm>
            <a:off x="714300" y="4084575"/>
            <a:ext cx="6507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6" name="Google Shape;336;p35"/>
          <p:cNvSpPr txBox="1"/>
          <p:nvPr>
            <p:ph idx="14" type="subTitle"/>
          </p:nvPr>
        </p:nvSpPr>
        <p:spPr>
          <a:xfrm>
            <a:off x="1514400" y="3907850"/>
            <a:ext cx="41943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Δημοσίευση </a:t>
            </a:r>
            <a:r>
              <a:rPr lang="en"/>
              <a:t>video και διάχυση των μαθησιακών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αποτελεσμάτων σε ευρύτερο πλαίσιο</a:t>
            </a:r>
            <a:endParaRPr/>
          </a:p>
        </p:txBody>
      </p:sp>
      <p:pic>
        <p:nvPicPr>
          <p:cNvPr id="337" name="Google Shape;3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0136" y="279043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9896" y="2331570"/>
            <a:ext cx="1508977" cy="16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>
            <p:ph idx="1" type="subTitle"/>
          </p:nvPr>
        </p:nvSpPr>
        <p:spPr>
          <a:xfrm>
            <a:off x="781050" y="3611750"/>
            <a:ext cx="2175900" cy="13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ΕΝΙΣΧΥΣΗ ΔΗΜΙΟΥΡΓΙΚΟΤΗΤΑΣ, ΚΡΙΤΙΚΗΣ ΣΚΕΨΗΣ &amp; ΚΑΙΝΟΤΟΜΙΑΣ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ΤΩΝ ΜΑΘΗΤΩΝ </a:t>
            </a:r>
            <a:endParaRPr/>
          </a:p>
        </p:txBody>
      </p:sp>
      <p:sp>
        <p:nvSpPr>
          <p:cNvPr id="344" name="Google Shape;344;p36"/>
          <p:cNvSpPr txBox="1"/>
          <p:nvPr>
            <p:ph type="title"/>
          </p:nvPr>
        </p:nvSpPr>
        <p:spPr>
          <a:xfrm>
            <a:off x="632500" y="430675"/>
            <a:ext cx="7797300" cy="6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741B47"/>
                </a:solidFill>
              </a:rPr>
              <a:t>ΜΑΘΗΣΙΑΚΑ ΟΦΕΛΗ</a:t>
            </a:r>
            <a:endParaRPr b="1" sz="3100">
              <a:solidFill>
                <a:srgbClr val="741B47"/>
              </a:solidFill>
            </a:endParaRPr>
          </a:p>
        </p:txBody>
      </p:sp>
      <p:sp>
        <p:nvSpPr>
          <p:cNvPr id="345" name="Google Shape;345;p36"/>
          <p:cNvSpPr txBox="1"/>
          <p:nvPr>
            <p:ph idx="3" type="subTitle"/>
          </p:nvPr>
        </p:nvSpPr>
        <p:spPr>
          <a:xfrm>
            <a:off x="3276150" y="3564050"/>
            <a:ext cx="2417100" cy="12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ΚΑΛΛΙΕΡΓΕΙΑ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ΨΗΦΙΑΚΩΝ ΔΕΞΙΟΤΗΤΩΝ</a:t>
            </a:r>
            <a:endParaRPr/>
          </a:p>
        </p:txBody>
      </p:sp>
      <p:sp>
        <p:nvSpPr>
          <p:cNvPr id="346" name="Google Shape;346;p36"/>
          <p:cNvSpPr txBox="1"/>
          <p:nvPr>
            <p:ph idx="5" type="subTitle"/>
          </p:nvPr>
        </p:nvSpPr>
        <p:spPr>
          <a:xfrm>
            <a:off x="6113400" y="3611750"/>
            <a:ext cx="2512500" cy="13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ΠΡΟΩΘΗΣΗ ΤΗΝ ΟΜΑΔΟΣΥΝΕΡΓΑΣΙΑΣ ΚΑΙ ΚΑΛΛΙΕΡΓΕΙΑ ΕΠΙΚΟΙΝΩΝΙΑΚΩΝ ΤΕΧΝΙΚΩΝ</a:t>
            </a:r>
            <a:endParaRPr/>
          </a:p>
        </p:txBody>
      </p:sp>
      <p:sp>
        <p:nvSpPr>
          <p:cNvPr id="347" name="Google Shape;347;p36"/>
          <p:cNvSpPr txBox="1"/>
          <p:nvPr>
            <p:ph idx="7" type="subTitle"/>
          </p:nvPr>
        </p:nvSpPr>
        <p:spPr>
          <a:xfrm>
            <a:off x="539750" y="1773400"/>
            <a:ext cx="2417100" cy="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ΕΓΓΥΗΣΗ ΣΤΗΝ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ΕΞ ΑΠΟΣΤΑΣΕΩΣ ΕΚΠΑΙΔΕΥΣΗ</a:t>
            </a:r>
            <a:endParaRPr/>
          </a:p>
        </p:txBody>
      </p:sp>
      <p:sp>
        <p:nvSpPr>
          <p:cNvPr id="348" name="Google Shape;348;p36"/>
          <p:cNvSpPr txBox="1"/>
          <p:nvPr>
            <p:ph idx="9" type="subTitle"/>
          </p:nvPr>
        </p:nvSpPr>
        <p:spPr>
          <a:xfrm>
            <a:off x="3420275" y="1821050"/>
            <a:ext cx="22731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ΙΚΑΝΟΠΟΙΗΣΗ ΠΟΛΛΩΝ ΚΑΙ </a:t>
            </a:r>
            <a:r>
              <a:rPr lang="en"/>
              <a:t>ΔΙΑΦΟΡΕΤΙΚΩΝ</a:t>
            </a:r>
            <a:r>
              <a:rPr lang="en"/>
              <a:t> ΤΥΠΩΝ ΝΟΗΜΟΣΥΝΗΣ ΤΩΝ ΜΑΘΗΤΩΝ </a:t>
            </a:r>
            <a:endParaRPr/>
          </a:p>
        </p:txBody>
      </p:sp>
      <p:sp>
        <p:nvSpPr>
          <p:cNvPr id="349" name="Google Shape;349;p36"/>
          <p:cNvSpPr txBox="1"/>
          <p:nvPr>
            <p:ph idx="14" type="subTitle"/>
          </p:nvPr>
        </p:nvSpPr>
        <p:spPr>
          <a:xfrm>
            <a:off x="6113275" y="1821050"/>
            <a:ext cx="2316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ΕΞΑΤΟΜΙΚΕΥΣΗ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ΔΙΔΑΣΚΑΛΙΑΣ</a:t>
            </a:r>
            <a:endParaRPr/>
          </a:p>
        </p:txBody>
      </p:sp>
      <p:sp>
        <p:nvSpPr>
          <p:cNvPr id="350" name="Google Shape;350;p36"/>
          <p:cNvSpPr/>
          <p:nvPr/>
        </p:nvSpPr>
        <p:spPr>
          <a:xfrm>
            <a:off x="1516650" y="11356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>
            <a:off x="1516650" y="29333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6"/>
          <p:cNvSpPr/>
          <p:nvPr/>
        </p:nvSpPr>
        <p:spPr>
          <a:xfrm>
            <a:off x="4253101" y="11356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6"/>
          <p:cNvSpPr/>
          <p:nvPr/>
        </p:nvSpPr>
        <p:spPr>
          <a:xfrm>
            <a:off x="4253101" y="29333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"/>
          <p:cNvSpPr/>
          <p:nvPr/>
        </p:nvSpPr>
        <p:spPr>
          <a:xfrm>
            <a:off x="6989551" y="11356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6"/>
          <p:cNvSpPr/>
          <p:nvPr/>
        </p:nvSpPr>
        <p:spPr>
          <a:xfrm>
            <a:off x="6989551" y="29333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p36"/>
          <p:cNvGrpSpPr/>
          <p:nvPr/>
        </p:nvGrpSpPr>
        <p:grpSpPr>
          <a:xfrm>
            <a:off x="1655155" y="3086035"/>
            <a:ext cx="360794" cy="332330"/>
            <a:chOff x="1248263" y="2569375"/>
            <a:chExt cx="458850" cy="422650"/>
          </a:xfrm>
        </p:grpSpPr>
        <p:sp>
          <p:nvSpPr>
            <p:cNvPr id="357" name="Google Shape;357;p36"/>
            <p:cNvSpPr/>
            <p:nvPr/>
          </p:nvSpPr>
          <p:spPr>
            <a:xfrm>
              <a:off x="1417588" y="2698425"/>
              <a:ext cx="88325" cy="101875"/>
            </a:xfrm>
            <a:custGeom>
              <a:rect b="b" l="l" r="r" t="t"/>
              <a:pathLst>
                <a:path extrusionOk="0" h="4075" w="3533">
                  <a:moveTo>
                    <a:pt x="793" y="715"/>
                  </a:moveTo>
                  <a:cubicBezTo>
                    <a:pt x="810" y="715"/>
                    <a:pt x="810" y="732"/>
                    <a:pt x="827" y="732"/>
                  </a:cubicBezTo>
                  <a:lnTo>
                    <a:pt x="2775" y="1973"/>
                  </a:lnTo>
                  <a:cubicBezTo>
                    <a:pt x="2809" y="1990"/>
                    <a:pt x="2809" y="2024"/>
                    <a:pt x="2809" y="2041"/>
                  </a:cubicBezTo>
                  <a:cubicBezTo>
                    <a:pt x="2809" y="2059"/>
                    <a:pt x="2809" y="2093"/>
                    <a:pt x="2775" y="2110"/>
                  </a:cubicBezTo>
                  <a:lnTo>
                    <a:pt x="827" y="3351"/>
                  </a:lnTo>
                  <a:cubicBezTo>
                    <a:pt x="819" y="3360"/>
                    <a:pt x="806" y="3364"/>
                    <a:pt x="793" y="3364"/>
                  </a:cubicBezTo>
                  <a:cubicBezTo>
                    <a:pt x="780" y="3364"/>
                    <a:pt x="767" y="3360"/>
                    <a:pt x="758" y="3351"/>
                  </a:cubicBezTo>
                  <a:cubicBezTo>
                    <a:pt x="724" y="3334"/>
                    <a:pt x="707" y="3317"/>
                    <a:pt x="707" y="3282"/>
                  </a:cubicBezTo>
                  <a:lnTo>
                    <a:pt x="707" y="801"/>
                  </a:lnTo>
                  <a:cubicBezTo>
                    <a:pt x="707" y="766"/>
                    <a:pt x="724" y="749"/>
                    <a:pt x="758" y="732"/>
                  </a:cubicBezTo>
                  <a:cubicBezTo>
                    <a:pt x="758" y="715"/>
                    <a:pt x="776" y="715"/>
                    <a:pt x="793" y="715"/>
                  </a:cubicBezTo>
                  <a:close/>
                  <a:moveTo>
                    <a:pt x="782" y="1"/>
                  </a:moveTo>
                  <a:cubicBezTo>
                    <a:pt x="657" y="1"/>
                    <a:pt x="532" y="31"/>
                    <a:pt x="414" y="94"/>
                  </a:cubicBezTo>
                  <a:cubicBezTo>
                    <a:pt x="155" y="232"/>
                    <a:pt x="0" y="508"/>
                    <a:pt x="0" y="801"/>
                  </a:cubicBezTo>
                  <a:lnTo>
                    <a:pt x="0" y="3282"/>
                  </a:lnTo>
                  <a:cubicBezTo>
                    <a:pt x="0" y="3575"/>
                    <a:pt x="155" y="3851"/>
                    <a:pt x="414" y="3989"/>
                  </a:cubicBezTo>
                  <a:cubicBezTo>
                    <a:pt x="534" y="4040"/>
                    <a:pt x="655" y="4075"/>
                    <a:pt x="793" y="4075"/>
                  </a:cubicBezTo>
                  <a:cubicBezTo>
                    <a:pt x="931" y="4075"/>
                    <a:pt x="1086" y="4040"/>
                    <a:pt x="1224" y="3954"/>
                  </a:cubicBezTo>
                  <a:lnTo>
                    <a:pt x="3154" y="2714"/>
                  </a:lnTo>
                  <a:cubicBezTo>
                    <a:pt x="3395" y="2558"/>
                    <a:pt x="3533" y="2317"/>
                    <a:pt x="3533" y="2041"/>
                  </a:cubicBezTo>
                  <a:cubicBezTo>
                    <a:pt x="3533" y="1766"/>
                    <a:pt x="3395" y="1524"/>
                    <a:pt x="3154" y="1369"/>
                  </a:cubicBezTo>
                  <a:lnTo>
                    <a:pt x="1224" y="129"/>
                  </a:lnTo>
                  <a:cubicBezTo>
                    <a:pt x="1083" y="44"/>
                    <a:pt x="932" y="1"/>
                    <a:pt x="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1640738" y="2758500"/>
              <a:ext cx="17700" cy="17675"/>
            </a:xfrm>
            <a:custGeom>
              <a:rect b="b" l="l" r="r" t="t"/>
              <a:pathLst>
                <a:path extrusionOk="0" h="707" w="708">
                  <a:moveTo>
                    <a:pt x="362" y="0"/>
                  </a:moveTo>
                  <a:cubicBezTo>
                    <a:pt x="259" y="0"/>
                    <a:pt x="173" y="35"/>
                    <a:pt x="104" y="104"/>
                  </a:cubicBezTo>
                  <a:cubicBezTo>
                    <a:pt x="35" y="173"/>
                    <a:pt x="1" y="259"/>
                    <a:pt x="1" y="362"/>
                  </a:cubicBezTo>
                  <a:cubicBezTo>
                    <a:pt x="1" y="448"/>
                    <a:pt x="35" y="535"/>
                    <a:pt x="104" y="603"/>
                  </a:cubicBezTo>
                  <a:cubicBezTo>
                    <a:pt x="173" y="672"/>
                    <a:pt x="259" y="707"/>
                    <a:pt x="362" y="707"/>
                  </a:cubicBezTo>
                  <a:cubicBezTo>
                    <a:pt x="449" y="707"/>
                    <a:pt x="535" y="672"/>
                    <a:pt x="604" y="603"/>
                  </a:cubicBezTo>
                  <a:cubicBezTo>
                    <a:pt x="673" y="535"/>
                    <a:pt x="707" y="448"/>
                    <a:pt x="707" y="362"/>
                  </a:cubicBezTo>
                  <a:cubicBezTo>
                    <a:pt x="707" y="259"/>
                    <a:pt x="673" y="173"/>
                    <a:pt x="604" y="104"/>
                  </a:cubicBezTo>
                  <a:cubicBezTo>
                    <a:pt x="535" y="35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1248263" y="2569375"/>
              <a:ext cx="458850" cy="422650"/>
            </a:xfrm>
            <a:custGeom>
              <a:rect b="b" l="l" r="r" t="t"/>
              <a:pathLst>
                <a:path extrusionOk="0" h="16906" w="18354">
                  <a:moveTo>
                    <a:pt x="8203" y="3947"/>
                  </a:moveTo>
                  <a:cubicBezTo>
                    <a:pt x="10030" y="3947"/>
                    <a:pt x="11512" y="5411"/>
                    <a:pt x="11512" y="7238"/>
                  </a:cubicBezTo>
                  <a:cubicBezTo>
                    <a:pt x="11512" y="9047"/>
                    <a:pt x="10030" y="10529"/>
                    <a:pt x="8203" y="10529"/>
                  </a:cubicBezTo>
                  <a:cubicBezTo>
                    <a:pt x="6394" y="10529"/>
                    <a:pt x="4912" y="9047"/>
                    <a:pt x="4912" y="7238"/>
                  </a:cubicBezTo>
                  <a:cubicBezTo>
                    <a:pt x="4912" y="5411"/>
                    <a:pt x="6394" y="3947"/>
                    <a:pt x="8203" y="3947"/>
                  </a:cubicBezTo>
                  <a:close/>
                  <a:moveTo>
                    <a:pt x="17630" y="9737"/>
                  </a:moveTo>
                  <a:lnTo>
                    <a:pt x="17630" y="11029"/>
                  </a:lnTo>
                  <a:lnTo>
                    <a:pt x="16337" y="11029"/>
                  </a:lnTo>
                  <a:lnTo>
                    <a:pt x="16337" y="9737"/>
                  </a:lnTo>
                  <a:close/>
                  <a:moveTo>
                    <a:pt x="15631" y="10753"/>
                  </a:moveTo>
                  <a:lnTo>
                    <a:pt x="15631" y="11391"/>
                  </a:lnTo>
                  <a:cubicBezTo>
                    <a:pt x="15631" y="11598"/>
                    <a:pt x="15786" y="11753"/>
                    <a:pt x="15975" y="11753"/>
                  </a:cubicBezTo>
                  <a:lnTo>
                    <a:pt x="16630" y="11753"/>
                  </a:lnTo>
                  <a:lnTo>
                    <a:pt x="16630" y="16199"/>
                  </a:lnTo>
                  <a:lnTo>
                    <a:pt x="11684" y="16199"/>
                  </a:lnTo>
                  <a:lnTo>
                    <a:pt x="13649" y="14234"/>
                  </a:lnTo>
                  <a:lnTo>
                    <a:pt x="13649" y="14458"/>
                  </a:lnTo>
                  <a:cubicBezTo>
                    <a:pt x="13649" y="14648"/>
                    <a:pt x="13821" y="14803"/>
                    <a:pt x="14011" y="14803"/>
                  </a:cubicBezTo>
                  <a:cubicBezTo>
                    <a:pt x="14218" y="14803"/>
                    <a:pt x="14373" y="14648"/>
                    <a:pt x="14373" y="14458"/>
                  </a:cubicBezTo>
                  <a:lnTo>
                    <a:pt x="14373" y="13355"/>
                  </a:lnTo>
                  <a:cubicBezTo>
                    <a:pt x="14373" y="13166"/>
                    <a:pt x="14218" y="13011"/>
                    <a:pt x="14011" y="13011"/>
                  </a:cubicBezTo>
                  <a:lnTo>
                    <a:pt x="12925" y="13011"/>
                  </a:lnTo>
                  <a:cubicBezTo>
                    <a:pt x="12736" y="13011"/>
                    <a:pt x="12563" y="13166"/>
                    <a:pt x="12563" y="13355"/>
                  </a:cubicBezTo>
                  <a:cubicBezTo>
                    <a:pt x="12563" y="13562"/>
                    <a:pt x="12736" y="13717"/>
                    <a:pt x="12925" y="13717"/>
                  </a:cubicBezTo>
                  <a:lnTo>
                    <a:pt x="13149" y="13717"/>
                  </a:lnTo>
                  <a:lnTo>
                    <a:pt x="11185" y="15682"/>
                  </a:lnTo>
                  <a:lnTo>
                    <a:pt x="11185" y="10753"/>
                  </a:lnTo>
                  <a:close/>
                  <a:moveTo>
                    <a:pt x="1793" y="0"/>
                  </a:moveTo>
                  <a:cubicBezTo>
                    <a:pt x="811" y="0"/>
                    <a:pt x="1" y="810"/>
                    <a:pt x="1" y="1792"/>
                  </a:cubicBezTo>
                  <a:lnTo>
                    <a:pt x="1" y="12683"/>
                  </a:lnTo>
                  <a:cubicBezTo>
                    <a:pt x="1" y="13666"/>
                    <a:pt x="811" y="14476"/>
                    <a:pt x="1793" y="14476"/>
                  </a:cubicBezTo>
                  <a:lnTo>
                    <a:pt x="10461" y="14476"/>
                  </a:lnTo>
                  <a:lnTo>
                    <a:pt x="10461" y="16561"/>
                  </a:lnTo>
                  <a:cubicBezTo>
                    <a:pt x="10461" y="16750"/>
                    <a:pt x="10633" y="16905"/>
                    <a:pt x="10823" y="16905"/>
                  </a:cubicBezTo>
                  <a:lnTo>
                    <a:pt x="16992" y="16905"/>
                  </a:lnTo>
                  <a:cubicBezTo>
                    <a:pt x="17182" y="16905"/>
                    <a:pt x="17337" y="16750"/>
                    <a:pt x="17337" y="16561"/>
                  </a:cubicBezTo>
                  <a:lnTo>
                    <a:pt x="17337" y="11753"/>
                  </a:lnTo>
                  <a:lnTo>
                    <a:pt x="17992" y="11753"/>
                  </a:lnTo>
                  <a:cubicBezTo>
                    <a:pt x="18181" y="11753"/>
                    <a:pt x="18353" y="11598"/>
                    <a:pt x="18353" y="11391"/>
                  </a:cubicBezTo>
                  <a:lnTo>
                    <a:pt x="18353" y="9392"/>
                  </a:lnTo>
                  <a:cubicBezTo>
                    <a:pt x="18353" y="9185"/>
                    <a:pt x="18181" y="9030"/>
                    <a:pt x="17992" y="9030"/>
                  </a:cubicBezTo>
                  <a:lnTo>
                    <a:pt x="15975" y="9030"/>
                  </a:lnTo>
                  <a:cubicBezTo>
                    <a:pt x="15786" y="9030"/>
                    <a:pt x="15631" y="9185"/>
                    <a:pt x="15631" y="9392"/>
                  </a:cubicBezTo>
                  <a:lnTo>
                    <a:pt x="15631" y="10030"/>
                  </a:lnTo>
                  <a:lnTo>
                    <a:pt x="11081" y="10030"/>
                  </a:lnTo>
                  <a:cubicBezTo>
                    <a:pt x="11788" y="9306"/>
                    <a:pt x="12219" y="8324"/>
                    <a:pt x="12219" y="7238"/>
                  </a:cubicBezTo>
                  <a:cubicBezTo>
                    <a:pt x="12219" y="5015"/>
                    <a:pt x="10426" y="3223"/>
                    <a:pt x="8203" y="3223"/>
                  </a:cubicBezTo>
                  <a:cubicBezTo>
                    <a:pt x="5998" y="3223"/>
                    <a:pt x="4188" y="5015"/>
                    <a:pt x="4188" y="7238"/>
                  </a:cubicBezTo>
                  <a:cubicBezTo>
                    <a:pt x="4188" y="9444"/>
                    <a:pt x="5998" y="11253"/>
                    <a:pt x="8203" y="11253"/>
                  </a:cubicBezTo>
                  <a:cubicBezTo>
                    <a:pt x="9048" y="11253"/>
                    <a:pt x="9823" y="10995"/>
                    <a:pt x="10461" y="10547"/>
                  </a:cubicBezTo>
                  <a:lnTo>
                    <a:pt x="10461" y="13752"/>
                  </a:lnTo>
                  <a:lnTo>
                    <a:pt x="1793" y="13752"/>
                  </a:lnTo>
                  <a:cubicBezTo>
                    <a:pt x="1207" y="13752"/>
                    <a:pt x="725" y="13269"/>
                    <a:pt x="725" y="12683"/>
                  </a:cubicBezTo>
                  <a:lnTo>
                    <a:pt x="725" y="1792"/>
                  </a:lnTo>
                  <a:cubicBezTo>
                    <a:pt x="725" y="1189"/>
                    <a:pt x="1207" y="707"/>
                    <a:pt x="1793" y="707"/>
                  </a:cubicBezTo>
                  <a:lnTo>
                    <a:pt x="14614" y="707"/>
                  </a:lnTo>
                  <a:cubicBezTo>
                    <a:pt x="15217" y="707"/>
                    <a:pt x="15700" y="1189"/>
                    <a:pt x="15700" y="1792"/>
                  </a:cubicBezTo>
                  <a:lnTo>
                    <a:pt x="15700" y="6376"/>
                  </a:lnTo>
                  <a:cubicBezTo>
                    <a:pt x="15700" y="6583"/>
                    <a:pt x="15855" y="6738"/>
                    <a:pt x="16061" y="6738"/>
                  </a:cubicBezTo>
                  <a:cubicBezTo>
                    <a:pt x="16251" y="6738"/>
                    <a:pt x="16406" y="6583"/>
                    <a:pt x="16406" y="6376"/>
                  </a:cubicBezTo>
                  <a:lnTo>
                    <a:pt x="16406" y="1792"/>
                  </a:lnTo>
                  <a:cubicBezTo>
                    <a:pt x="16406" y="810"/>
                    <a:pt x="15613" y="0"/>
                    <a:pt x="14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1291363" y="2714975"/>
              <a:ext cx="17675" cy="105575"/>
            </a:xfrm>
            <a:custGeom>
              <a:rect b="b" l="l" r="r" t="t"/>
              <a:pathLst>
                <a:path extrusionOk="0" h="4223" w="707">
                  <a:moveTo>
                    <a:pt x="362" y="1"/>
                  </a:moveTo>
                  <a:cubicBezTo>
                    <a:pt x="155" y="1"/>
                    <a:pt x="0" y="173"/>
                    <a:pt x="0" y="363"/>
                  </a:cubicBezTo>
                  <a:lnTo>
                    <a:pt x="0" y="3861"/>
                  </a:lnTo>
                  <a:cubicBezTo>
                    <a:pt x="0" y="4050"/>
                    <a:pt x="155" y="4223"/>
                    <a:pt x="362" y="4223"/>
                  </a:cubicBezTo>
                  <a:cubicBezTo>
                    <a:pt x="551" y="4223"/>
                    <a:pt x="707" y="4050"/>
                    <a:pt x="707" y="3861"/>
                  </a:cubicBezTo>
                  <a:lnTo>
                    <a:pt x="707" y="363"/>
                  </a:lnTo>
                  <a:cubicBezTo>
                    <a:pt x="707" y="173"/>
                    <a:pt x="551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1291363" y="2678375"/>
              <a:ext cx="17675" cy="18100"/>
            </a:xfrm>
            <a:custGeom>
              <a:rect b="b" l="l" r="r" t="t"/>
              <a:pathLst>
                <a:path extrusionOk="0" h="724" w="707">
                  <a:moveTo>
                    <a:pt x="362" y="0"/>
                  </a:moveTo>
                  <a:cubicBezTo>
                    <a:pt x="259" y="0"/>
                    <a:pt x="172" y="35"/>
                    <a:pt x="103" y="103"/>
                  </a:cubicBezTo>
                  <a:cubicBezTo>
                    <a:pt x="34" y="172"/>
                    <a:pt x="0" y="276"/>
                    <a:pt x="0" y="362"/>
                  </a:cubicBezTo>
                  <a:cubicBezTo>
                    <a:pt x="0" y="465"/>
                    <a:pt x="34" y="552"/>
                    <a:pt x="103" y="620"/>
                  </a:cubicBezTo>
                  <a:cubicBezTo>
                    <a:pt x="172" y="689"/>
                    <a:pt x="259" y="724"/>
                    <a:pt x="362" y="724"/>
                  </a:cubicBezTo>
                  <a:cubicBezTo>
                    <a:pt x="448" y="724"/>
                    <a:pt x="534" y="689"/>
                    <a:pt x="603" y="620"/>
                  </a:cubicBezTo>
                  <a:cubicBezTo>
                    <a:pt x="672" y="552"/>
                    <a:pt x="707" y="465"/>
                    <a:pt x="707" y="362"/>
                  </a:cubicBezTo>
                  <a:cubicBezTo>
                    <a:pt x="707" y="276"/>
                    <a:pt x="672" y="172"/>
                    <a:pt x="603" y="103"/>
                  </a:cubicBezTo>
                  <a:cubicBezTo>
                    <a:pt x="534" y="35"/>
                    <a:pt x="448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36"/>
          <p:cNvGrpSpPr/>
          <p:nvPr/>
        </p:nvGrpSpPr>
        <p:grpSpPr>
          <a:xfrm>
            <a:off x="4391605" y="3109919"/>
            <a:ext cx="360794" cy="284562"/>
            <a:chOff x="1248263" y="3228950"/>
            <a:chExt cx="458850" cy="361900"/>
          </a:xfrm>
        </p:grpSpPr>
        <p:sp>
          <p:nvSpPr>
            <p:cNvPr id="363" name="Google Shape;363;p36"/>
            <p:cNvSpPr/>
            <p:nvPr/>
          </p:nvSpPr>
          <p:spPr>
            <a:xfrm>
              <a:off x="1248263" y="3228950"/>
              <a:ext cx="458850" cy="361900"/>
            </a:xfrm>
            <a:custGeom>
              <a:rect b="b" l="l" r="r" t="t"/>
              <a:pathLst>
                <a:path extrusionOk="0" h="14476" w="18354">
                  <a:moveTo>
                    <a:pt x="6515" y="5876"/>
                  </a:moveTo>
                  <a:lnTo>
                    <a:pt x="6515" y="13752"/>
                  </a:lnTo>
                  <a:lnTo>
                    <a:pt x="2655" y="13752"/>
                  </a:lnTo>
                  <a:lnTo>
                    <a:pt x="2655" y="5876"/>
                  </a:lnTo>
                  <a:lnTo>
                    <a:pt x="4223" y="5876"/>
                  </a:lnTo>
                  <a:lnTo>
                    <a:pt x="4223" y="11391"/>
                  </a:lnTo>
                  <a:cubicBezTo>
                    <a:pt x="4223" y="11580"/>
                    <a:pt x="4395" y="11753"/>
                    <a:pt x="4585" y="11753"/>
                  </a:cubicBezTo>
                  <a:cubicBezTo>
                    <a:pt x="4791" y="11753"/>
                    <a:pt x="4946" y="11580"/>
                    <a:pt x="4946" y="11391"/>
                  </a:cubicBezTo>
                  <a:lnTo>
                    <a:pt x="4946" y="5876"/>
                  </a:lnTo>
                  <a:close/>
                  <a:moveTo>
                    <a:pt x="8824" y="5876"/>
                  </a:moveTo>
                  <a:lnTo>
                    <a:pt x="8824" y="13752"/>
                  </a:lnTo>
                  <a:lnTo>
                    <a:pt x="7238" y="13752"/>
                  </a:lnTo>
                  <a:lnTo>
                    <a:pt x="7238" y="5876"/>
                  </a:lnTo>
                  <a:close/>
                  <a:moveTo>
                    <a:pt x="11116" y="5876"/>
                  </a:moveTo>
                  <a:lnTo>
                    <a:pt x="11116" y="13752"/>
                  </a:lnTo>
                  <a:lnTo>
                    <a:pt x="9530" y="13752"/>
                  </a:lnTo>
                  <a:lnTo>
                    <a:pt x="9530" y="5876"/>
                  </a:lnTo>
                  <a:close/>
                  <a:moveTo>
                    <a:pt x="15700" y="5876"/>
                  </a:moveTo>
                  <a:lnTo>
                    <a:pt x="15700" y="13752"/>
                  </a:lnTo>
                  <a:lnTo>
                    <a:pt x="14114" y="13752"/>
                  </a:lnTo>
                  <a:lnTo>
                    <a:pt x="14114" y="8134"/>
                  </a:lnTo>
                  <a:cubicBezTo>
                    <a:pt x="14114" y="7944"/>
                    <a:pt x="13959" y="7789"/>
                    <a:pt x="13770" y="7789"/>
                  </a:cubicBezTo>
                  <a:cubicBezTo>
                    <a:pt x="13563" y="7789"/>
                    <a:pt x="13408" y="7944"/>
                    <a:pt x="13408" y="8134"/>
                  </a:cubicBezTo>
                  <a:lnTo>
                    <a:pt x="13408" y="13752"/>
                  </a:lnTo>
                  <a:lnTo>
                    <a:pt x="11822" y="13752"/>
                  </a:lnTo>
                  <a:lnTo>
                    <a:pt x="11822" y="5876"/>
                  </a:lnTo>
                  <a:close/>
                  <a:moveTo>
                    <a:pt x="17130" y="707"/>
                  </a:moveTo>
                  <a:cubicBezTo>
                    <a:pt x="17406" y="707"/>
                    <a:pt x="17630" y="931"/>
                    <a:pt x="17630" y="1206"/>
                  </a:cubicBezTo>
                  <a:lnTo>
                    <a:pt x="17630" y="13252"/>
                  </a:lnTo>
                  <a:cubicBezTo>
                    <a:pt x="17630" y="13528"/>
                    <a:pt x="17406" y="13752"/>
                    <a:pt x="17130" y="13752"/>
                  </a:cubicBezTo>
                  <a:lnTo>
                    <a:pt x="16406" y="13752"/>
                  </a:lnTo>
                  <a:lnTo>
                    <a:pt x="16406" y="5515"/>
                  </a:lnTo>
                  <a:cubicBezTo>
                    <a:pt x="16406" y="5308"/>
                    <a:pt x="16251" y="5153"/>
                    <a:pt x="16061" y="5153"/>
                  </a:cubicBezTo>
                  <a:lnTo>
                    <a:pt x="2293" y="5153"/>
                  </a:lnTo>
                  <a:cubicBezTo>
                    <a:pt x="2103" y="5153"/>
                    <a:pt x="1931" y="5308"/>
                    <a:pt x="1931" y="5515"/>
                  </a:cubicBezTo>
                  <a:lnTo>
                    <a:pt x="1931" y="13752"/>
                  </a:lnTo>
                  <a:lnTo>
                    <a:pt x="1224" y="13752"/>
                  </a:lnTo>
                  <a:cubicBezTo>
                    <a:pt x="949" y="13752"/>
                    <a:pt x="725" y="13528"/>
                    <a:pt x="725" y="13252"/>
                  </a:cubicBezTo>
                  <a:lnTo>
                    <a:pt x="725" y="1206"/>
                  </a:lnTo>
                  <a:cubicBezTo>
                    <a:pt x="725" y="931"/>
                    <a:pt x="949" y="707"/>
                    <a:pt x="1224" y="707"/>
                  </a:cubicBezTo>
                  <a:close/>
                  <a:moveTo>
                    <a:pt x="1224" y="0"/>
                  </a:moveTo>
                  <a:cubicBezTo>
                    <a:pt x="552" y="0"/>
                    <a:pt x="1" y="534"/>
                    <a:pt x="1" y="1206"/>
                  </a:cubicBezTo>
                  <a:lnTo>
                    <a:pt x="1" y="13252"/>
                  </a:lnTo>
                  <a:cubicBezTo>
                    <a:pt x="1" y="13924"/>
                    <a:pt x="552" y="14475"/>
                    <a:pt x="1224" y="14475"/>
                  </a:cubicBezTo>
                  <a:lnTo>
                    <a:pt x="17130" y="14475"/>
                  </a:lnTo>
                  <a:cubicBezTo>
                    <a:pt x="17802" y="14475"/>
                    <a:pt x="18353" y="13924"/>
                    <a:pt x="18353" y="13252"/>
                  </a:cubicBezTo>
                  <a:lnTo>
                    <a:pt x="18353" y="1206"/>
                  </a:lnTo>
                  <a:cubicBezTo>
                    <a:pt x="18353" y="534"/>
                    <a:pt x="17802" y="0"/>
                    <a:pt x="171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1353813" y="3275475"/>
              <a:ext cx="247325" cy="17675"/>
            </a:xfrm>
            <a:custGeom>
              <a:rect b="b" l="l" r="r" t="t"/>
              <a:pathLst>
                <a:path extrusionOk="0" h="707" w="9893">
                  <a:moveTo>
                    <a:pt x="363" y="0"/>
                  </a:moveTo>
                  <a:cubicBezTo>
                    <a:pt x="173" y="0"/>
                    <a:pt x="1" y="155"/>
                    <a:pt x="1" y="362"/>
                  </a:cubicBezTo>
                  <a:cubicBezTo>
                    <a:pt x="1" y="552"/>
                    <a:pt x="173" y="707"/>
                    <a:pt x="363" y="707"/>
                  </a:cubicBezTo>
                  <a:lnTo>
                    <a:pt x="9548" y="707"/>
                  </a:lnTo>
                  <a:cubicBezTo>
                    <a:pt x="9737" y="707"/>
                    <a:pt x="9892" y="552"/>
                    <a:pt x="9892" y="362"/>
                  </a:cubicBezTo>
                  <a:cubicBezTo>
                    <a:pt x="9892" y="155"/>
                    <a:pt x="9737" y="0"/>
                    <a:pt x="9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1353813" y="3311225"/>
              <a:ext cx="247325" cy="18125"/>
            </a:xfrm>
            <a:custGeom>
              <a:rect b="b" l="l" r="r" t="t"/>
              <a:pathLst>
                <a:path extrusionOk="0" h="725" w="9893">
                  <a:moveTo>
                    <a:pt x="363" y="1"/>
                  </a:moveTo>
                  <a:cubicBezTo>
                    <a:pt x="173" y="1"/>
                    <a:pt x="1" y="156"/>
                    <a:pt x="1" y="362"/>
                  </a:cubicBezTo>
                  <a:cubicBezTo>
                    <a:pt x="1" y="552"/>
                    <a:pt x="173" y="724"/>
                    <a:pt x="363" y="724"/>
                  </a:cubicBezTo>
                  <a:lnTo>
                    <a:pt x="9548" y="724"/>
                  </a:lnTo>
                  <a:cubicBezTo>
                    <a:pt x="9737" y="724"/>
                    <a:pt x="9892" y="552"/>
                    <a:pt x="9892" y="362"/>
                  </a:cubicBezTo>
                  <a:cubicBezTo>
                    <a:pt x="9892" y="156"/>
                    <a:pt x="9737" y="1"/>
                    <a:pt x="95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1640738" y="3275475"/>
              <a:ext cx="17700" cy="17675"/>
            </a:xfrm>
            <a:custGeom>
              <a:rect b="b" l="l" r="r" t="t"/>
              <a:pathLst>
                <a:path extrusionOk="0" h="707" w="708">
                  <a:moveTo>
                    <a:pt x="362" y="0"/>
                  </a:moveTo>
                  <a:cubicBezTo>
                    <a:pt x="259" y="0"/>
                    <a:pt x="173" y="35"/>
                    <a:pt x="104" y="104"/>
                  </a:cubicBezTo>
                  <a:cubicBezTo>
                    <a:pt x="35" y="173"/>
                    <a:pt x="1" y="259"/>
                    <a:pt x="1" y="362"/>
                  </a:cubicBezTo>
                  <a:cubicBezTo>
                    <a:pt x="1" y="448"/>
                    <a:pt x="35" y="535"/>
                    <a:pt x="104" y="603"/>
                  </a:cubicBezTo>
                  <a:cubicBezTo>
                    <a:pt x="173" y="672"/>
                    <a:pt x="259" y="707"/>
                    <a:pt x="362" y="707"/>
                  </a:cubicBezTo>
                  <a:cubicBezTo>
                    <a:pt x="449" y="707"/>
                    <a:pt x="535" y="672"/>
                    <a:pt x="604" y="603"/>
                  </a:cubicBezTo>
                  <a:cubicBezTo>
                    <a:pt x="673" y="535"/>
                    <a:pt x="707" y="448"/>
                    <a:pt x="707" y="362"/>
                  </a:cubicBezTo>
                  <a:cubicBezTo>
                    <a:pt x="707" y="259"/>
                    <a:pt x="673" y="173"/>
                    <a:pt x="604" y="104"/>
                  </a:cubicBezTo>
                  <a:cubicBezTo>
                    <a:pt x="535" y="35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1640738" y="3311225"/>
              <a:ext cx="17700" cy="18125"/>
            </a:xfrm>
            <a:custGeom>
              <a:rect b="b" l="l" r="r" t="t"/>
              <a:pathLst>
                <a:path extrusionOk="0" h="725" w="708">
                  <a:moveTo>
                    <a:pt x="362" y="1"/>
                  </a:moveTo>
                  <a:cubicBezTo>
                    <a:pt x="259" y="1"/>
                    <a:pt x="173" y="35"/>
                    <a:pt x="104" y="104"/>
                  </a:cubicBezTo>
                  <a:cubicBezTo>
                    <a:pt x="35" y="173"/>
                    <a:pt x="1" y="259"/>
                    <a:pt x="1" y="362"/>
                  </a:cubicBezTo>
                  <a:cubicBezTo>
                    <a:pt x="1" y="449"/>
                    <a:pt x="35" y="552"/>
                    <a:pt x="104" y="621"/>
                  </a:cubicBezTo>
                  <a:cubicBezTo>
                    <a:pt x="173" y="673"/>
                    <a:pt x="259" y="724"/>
                    <a:pt x="362" y="724"/>
                  </a:cubicBezTo>
                  <a:cubicBezTo>
                    <a:pt x="449" y="724"/>
                    <a:pt x="535" y="673"/>
                    <a:pt x="604" y="621"/>
                  </a:cubicBezTo>
                  <a:cubicBezTo>
                    <a:pt x="673" y="552"/>
                    <a:pt x="707" y="449"/>
                    <a:pt x="707" y="362"/>
                  </a:cubicBezTo>
                  <a:cubicBezTo>
                    <a:pt x="707" y="259"/>
                    <a:pt x="673" y="173"/>
                    <a:pt x="604" y="104"/>
                  </a:cubicBezTo>
                  <a:cubicBezTo>
                    <a:pt x="535" y="35"/>
                    <a:pt x="449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1296513" y="3275475"/>
              <a:ext cx="18125" cy="17675"/>
            </a:xfrm>
            <a:custGeom>
              <a:rect b="b" l="l" r="r" t="t"/>
              <a:pathLst>
                <a:path extrusionOk="0" h="707" w="725">
                  <a:moveTo>
                    <a:pt x="363" y="0"/>
                  </a:moveTo>
                  <a:cubicBezTo>
                    <a:pt x="277" y="0"/>
                    <a:pt x="173" y="35"/>
                    <a:pt x="104" y="104"/>
                  </a:cubicBezTo>
                  <a:cubicBezTo>
                    <a:pt x="53" y="173"/>
                    <a:pt x="1" y="259"/>
                    <a:pt x="1" y="362"/>
                  </a:cubicBezTo>
                  <a:cubicBezTo>
                    <a:pt x="1" y="448"/>
                    <a:pt x="53" y="535"/>
                    <a:pt x="104" y="603"/>
                  </a:cubicBezTo>
                  <a:cubicBezTo>
                    <a:pt x="173" y="672"/>
                    <a:pt x="277" y="707"/>
                    <a:pt x="363" y="707"/>
                  </a:cubicBezTo>
                  <a:cubicBezTo>
                    <a:pt x="466" y="707"/>
                    <a:pt x="552" y="672"/>
                    <a:pt x="621" y="603"/>
                  </a:cubicBezTo>
                  <a:cubicBezTo>
                    <a:pt x="690" y="535"/>
                    <a:pt x="725" y="448"/>
                    <a:pt x="725" y="362"/>
                  </a:cubicBezTo>
                  <a:cubicBezTo>
                    <a:pt x="725" y="259"/>
                    <a:pt x="690" y="173"/>
                    <a:pt x="621" y="104"/>
                  </a:cubicBezTo>
                  <a:cubicBezTo>
                    <a:pt x="552" y="35"/>
                    <a:pt x="466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1296513" y="3311225"/>
              <a:ext cx="18125" cy="18125"/>
            </a:xfrm>
            <a:custGeom>
              <a:rect b="b" l="l" r="r" t="t"/>
              <a:pathLst>
                <a:path extrusionOk="0" h="725" w="725">
                  <a:moveTo>
                    <a:pt x="363" y="1"/>
                  </a:moveTo>
                  <a:cubicBezTo>
                    <a:pt x="277" y="1"/>
                    <a:pt x="173" y="35"/>
                    <a:pt x="104" y="104"/>
                  </a:cubicBezTo>
                  <a:cubicBezTo>
                    <a:pt x="53" y="173"/>
                    <a:pt x="1" y="259"/>
                    <a:pt x="1" y="362"/>
                  </a:cubicBezTo>
                  <a:cubicBezTo>
                    <a:pt x="1" y="449"/>
                    <a:pt x="53" y="552"/>
                    <a:pt x="104" y="621"/>
                  </a:cubicBezTo>
                  <a:cubicBezTo>
                    <a:pt x="173" y="673"/>
                    <a:pt x="277" y="724"/>
                    <a:pt x="363" y="724"/>
                  </a:cubicBezTo>
                  <a:cubicBezTo>
                    <a:pt x="466" y="724"/>
                    <a:pt x="552" y="673"/>
                    <a:pt x="621" y="621"/>
                  </a:cubicBezTo>
                  <a:cubicBezTo>
                    <a:pt x="690" y="552"/>
                    <a:pt x="725" y="449"/>
                    <a:pt x="725" y="362"/>
                  </a:cubicBezTo>
                  <a:cubicBezTo>
                    <a:pt x="725" y="259"/>
                    <a:pt x="690" y="173"/>
                    <a:pt x="621" y="104"/>
                  </a:cubicBezTo>
                  <a:cubicBezTo>
                    <a:pt x="552" y="35"/>
                    <a:pt x="466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1353813" y="3538700"/>
              <a:ext cx="18125" cy="17675"/>
            </a:xfrm>
            <a:custGeom>
              <a:rect b="b" l="l" r="r" t="t"/>
              <a:pathLst>
                <a:path extrusionOk="0" h="707" w="725">
                  <a:moveTo>
                    <a:pt x="363" y="0"/>
                  </a:moveTo>
                  <a:cubicBezTo>
                    <a:pt x="276" y="0"/>
                    <a:pt x="173" y="35"/>
                    <a:pt x="104" y="104"/>
                  </a:cubicBezTo>
                  <a:cubicBezTo>
                    <a:pt x="52" y="155"/>
                    <a:pt x="1" y="259"/>
                    <a:pt x="1" y="345"/>
                  </a:cubicBezTo>
                  <a:cubicBezTo>
                    <a:pt x="1" y="448"/>
                    <a:pt x="52" y="535"/>
                    <a:pt x="104" y="603"/>
                  </a:cubicBezTo>
                  <a:cubicBezTo>
                    <a:pt x="173" y="672"/>
                    <a:pt x="276" y="707"/>
                    <a:pt x="363" y="707"/>
                  </a:cubicBezTo>
                  <a:cubicBezTo>
                    <a:pt x="466" y="707"/>
                    <a:pt x="552" y="672"/>
                    <a:pt x="621" y="603"/>
                  </a:cubicBezTo>
                  <a:cubicBezTo>
                    <a:pt x="690" y="535"/>
                    <a:pt x="724" y="448"/>
                    <a:pt x="724" y="345"/>
                  </a:cubicBezTo>
                  <a:cubicBezTo>
                    <a:pt x="724" y="259"/>
                    <a:pt x="690" y="155"/>
                    <a:pt x="621" y="104"/>
                  </a:cubicBezTo>
                  <a:cubicBezTo>
                    <a:pt x="552" y="35"/>
                    <a:pt x="466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1583438" y="3390075"/>
              <a:ext cx="17700" cy="18100"/>
            </a:xfrm>
            <a:custGeom>
              <a:rect b="b" l="l" r="r" t="t"/>
              <a:pathLst>
                <a:path extrusionOk="0" h="724" w="708">
                  <a:moveTo>
                    <a:pt x="363" y="0"/>
                  </a:moveTo>
                  <a:cubicBezTo>
                    <a:pt x="259" y="0"/>
                    <a:pt x="173" y="35"/>
                    <a:pt x="104" y="104"/>
                  </a:cubicBezTo>
                  <a:cubicBezTo>
                    <a:pt x="35" y="172"/>
                    <a:pt x="1" y="276"/>
                    <a:pt x="1" y="362"/>
                  </a:cubicBezTo>
                  <a:cubicBezTo>
                    <a:pt x="1" y="465"/>
                    <a:pt x="35" y="552"/>
                    <a:pt x="104" y="621"/>
                  </a:cubicBezTo>
                  <a:cubicBezTo>
                    <a:pt x="173" y="689"/>
                    <a:pt x="259" y="724"/>
                    <a:pt x="363" y="724"/>
                  </a:cubicBezTo>
                  <a:cubicBezTo>
                    <a:pt x="449" y="724"/>
                    <a:pt x="535" y="689"/>
                    <a:pt x="604" y="621"/>
                  </a:cubicBezTo>
                  <a:cubicBezTo>
                    <a:pt x="673" y="552"/>
                    <a:pt x="707" y="448"/>
                    <a:pt x="707" y="362"/>
                  </a:cubicBezTo>
                  <a:cubicBezTo>
                    <a:pt x="707" y="276"/>
                    <a:pt x="673" y="172"/>
                    <a:pt x="604" y="104"/>
                  </a:cubicBezTo>
                  <a:cubicBezTo>
                    <a:pt x="535" y="35"/>
                    <a:pt x="449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36"/>
          <p:cNvGrpSpPr/>
          <p:nvPr/>
        </p:nvGrpSpPr>
        <p:grpSpPr>
          <a:xfrm>
            <a:off x="1655335" y="1274112"/>
            <a:ext cx="360440" cy="360794"/>
            <a:chOff x="3989113" y="1293300"/>
            <a:chExt cx="458400" cy="458850"/>
          </a:xfrm>
        </p:grpSpPr>
        <p:sp>
          <p:nvSpPr>
            <p:cNvPr id="373" name="Google Shape;373;p36"/>
            <p:cNvSpPr/>
            <p:nvPr/>
          </p:nvSpPr>
          <p:spPr>
            <a:xfrm>
              <a:off x="4279913" y="1407050"/>
              <a:ext cx="53875" cy="53875"/>
            </a:xfrm>
            <a:custGeom>
              <a:rect b="b" l="l" r="r" t="t"/>
              <a:pathLst>
                <a:path extrusionOk="0" h="2155" w="2155">
                  <a:moveTo>
                    <a:pt x="1069" y="724"/>
                  </a:moveTo>
                  <a:cubicBezTo>
                    <a:pt x="1275" y="724"/>
                    <a:pt x="1430" y="879"/>
                    <a:pt x="1430" y="1086"/>
                  </a:cubicBezTo>
                  <a:cubicBezTo>
                    <a:pt x="1430" y="1275"/>
                    <a:pt x="1275" y="1448"/>
                    <a:pt x="1069" y="1448"/>
                  </a:cubicBezTo>
                  <a:cubicBezTo>
                    <a:pt x="879" y="1448"/>
                    <a:pt x="724" y="1275"/>
                    <a:pt x="724" y="1086"/>
                  </a:cubicBezTo>
                  <a:cubicBezTo>
                    <a:pt x="724" y="879"/>
                    <a:pt x="879" y="724"/>
                    <a:pt x="1069" y="724"/>
                  </a:cubicBezTo>
                  <a:close/>
                  <a:moveTo>
                    <a:pt x="1069" y="0"/>
                  </a:moveTo>
                  <a:cubicBezTo>
                    <a:pt x="483" y="0"/>
                    <a:pt x="0" y="483"/>
                    <a:pt x="0" y="1086"/>
                  </a:cubicBezTo>
                  <a:cubicBezTo>
                    <a:pt x="0" y="1672"/>
                    <a:pt x="483" y="2154"/>
                    <a:pt x="1069" y="2154"/>
                  </a:cubicBezTo>
                  <a:cubicBezTo>
                    <a:pt x="1672" y="2154"/>
                    <a:pt x="2154" y="1672"/>
                    <a:pt x="2154" y="1086"/>
                  </a:cubicBezTo>
                  <a:cubicBezTo>
                    <a:pt x="2154" y="483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4244138" y="1371275"/>
              <a:ext cx="125400" cy="125400"/>
            </a:xfrm>
            <a:custGeom>
              <a:rect b="b" l="l" r="r" t="t"/>
              <a:pathLst>
                <a:path extrusionOk="0" h="5016" w="5016">
                  <a:moveTo>
                    <a:pt x="2500" y="725"/>
                  </a:moveTo>
                  <a:cubicBezTo>
                    <a:pt x="3499" y="725"/>
                    <a:pt x="4292" y="1534"/>
                    <a:pt x="4292" y="2517"/>
                  </a:cubicBezTo>
                  <a:cubicBezTo>
                    <a:pt x="4292" y="3499"/>
                    <a:pt x="3499" y="4309"/>
                    <a:pt x="2500" y="4309"/>
                  </a:cubicBezTo>
                  <a:cubicBezTo>
                    <a:pt x="1517" y="4309"/>
                    <a:pt x="725" y="3499"/>
                    <a:pt x="725" y="2517"/>
                  </a:cubicBezTo>
                  <a:cubicBezTo>
                    <a:pt x="725" y="1534"/>
                    <a:pt x="1517" y="725"/>
                    <a:pt x="2500" y="725"/>
                  </a:cubicBezTo>
                  <a:close/>
                  <a:moveTo>
                    <a:pt x="2500" y="1"/>
                  </a:moveTo>
                  <a:cubicBezTo>
                    <a:pt x="1121" y="1"/>
                    <a:pt x="1" y="1138"/>
                    <a:pt x="1" y="2517"/>
                  </a:cubicBezTo>
                  <a:cubicBezTo>
                    <a:pt x="1" y="3895"/>
                    <a:pt x="1121" y="5015"/>
                    <a:pt x="2500" y="5015"/>
                  </a:cubicBezTo>
                  <a:cubicBezTo>
                    <a:pt x="3895" y="5015"/>
                    <a:pt x="5016" y="3895"/>
                    <a:pt x="5016" y="2517"/>
                  </a:cubicBezTo>
                  <a:cubicBezTo>
                    <a:pt x="5016" y="1138"/>
                    <a:pt x="3895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4151088" y="1563425"/>
              <a:ext cx="18125" cy="18975"/>
            </a:xfrm>
            <a:custGeom>
              <a:rect b="b" l="l" r="r" t="t"/>
              <a:pathLst>
                <a:path extrusionOk="0" h="759" w="725">
                  <a:moveTo>
                    <a:pt x="363" y="0"/>
                  </a:moveTo>
                  <a:cubicBezTo>
                    <a:pt x="156" y="0"/>
                    <a:pt x="1" y="173"/>
                    <a:pt x="1" y="362"/>
                  </a:cubicBezTo>
                  <a:lnTo>
                    <a:pt x="1" y="397"/>
                  </a:lnTo>
                  <a:cubicBezTo>
                    <a:pt x="1" y="586"/>
                    <a:pt x="156" y="759"/>
                    <a:pt x="363" y="759"/>
                  </a:cubicBezTo>
                  <a:cubicBezTo>
                    <a:pt x="552" y="759"/>
                    <a:pt x="724" y="586"/>
                    <a:pt x="724" y="397"/>
                  </a:cubicBezTo>
                  <a:lnTo>
                    <a:pt x="724" y="362"/>
                  </a:lnTo>
                  <a:cubicBezTo>
                    <a:pt x="724" y="173"/>
                    <a:pt x="552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989113" y="1307525"/>
              <a:ext cx="141325" cy="252475"/>
            </a:xfrm>
            <a:custGeom>
              <a:rect b="b" l="l" r="r" t="t"/>
              <a:pathLst>
                <a:path extrusionOk="0" h="10099" w="5653">
                  <a:moveTo>
                    <a:pt x="3895" y="0"/>
                  </a:moveTo>
                  <a:cubicBezTo>
                    <a:pt x="3800" y="0"/>
                    <a:pt x="3705" y="35"/>
                    <a:pt x="3636" y="104"/>
                  </a:cubicBezTo>
                  <a:cubicBezTo>
                    <a:pt x="3498" y="242"/>
                    <a:pt x="3498" y="466"/>
                    <a:pt x="3636" y="604"/>
                  </a:cubicBezTo>
                  <a:lnTo>
                    <a:pt x="4394" y="1362"/>
                  </a:lnTo>
                  <a:lnTo>
                    <a:pt x="2206" y="1362"/>
                  </a:lnTo>
                  <a:cubicBezTo>
                    <a:pt x="982" y="1362"/>
                    <a:pt x="0" y="2361"/>
                    <a:pt x="0" y="3585"/>
                  </a:cubicBezTo>
                  <a:lnTo>
                    <a:pt x="0" y="7876"/>
                  </a:lnTo>
                  <a:cubicBezTo>
                    <a:pt x="0" y="9099"/>
                    <a:pt x="982" y="10099"/>
                    <a:pt x="2206" y="10099"/>
                  </a:cubicBezTo>
                  <a:lnTo>
                    <a:pt x="2516" y="10099"/>
                  </a:lnTo>
                  <a:cubicBezTo>
                    <a:pt x="2706" y="10099"/>
                    <a:pt x="2878" y="9944"/>
                    <a:pt x="2878" y="9737"/>
                  </a:cubicBezTo>
                  <a:cubicBezTo>
                    <a:pt x="2878" y="9547"/>
                    <a:pt x="2706" y="9392"/>
                    <a:pt x="2516" y="9392"/>
                  </a:cubicBezTo>
                  <a:lnTo>
                    <a:pt x="2206" y="9392"/>
                  </a:lnTo>
                  <a:cubicBezTo>
                    <a:pt x="1379" y="9392"/>
                    <a:pt x="707" y="8703"/>
                    <a:pt x="707" y="7876"/>
                  </a:cubicBezTo>
                  <a:lnTo>
                    <a:pt x="707" y="3585"/>
                  </a:lnTo>
                  <a:cubicBezTo>
                    <a:pt x="707" y="2758"/>
                    <a:pt x="1379" y="2086"/>
                    <a:pt x="2206" y="2086"/>
                  </a:cubicBezTo>
                  <a:lnTo>
                    <a:pt x="4394" y="2086"/>
                  </a:lnTo>
                  <a:lnTo>
                    <a:pt x="3636" y="2844"/>
                  </a:lnTo>
                  <a:cubicBezTo>
                    <a:pt x="3498" y="2982"/>
                    <a:pt x="3498" y="3206"/>
                    <a:pt x="3636" y="3343"/>
                  </a:cubicBezTo>
                  <a:cubicBezTo>
                    <a:pt x="3705" y="3412"/>
                    <a:pt x="3809" y="3447"/>
                    <a:pt x="3895" y="3447"/>
                  </a:cubicBezTo>
                  <a:cubicBezTo>
                    <a:pt x="3981" y="3447"/>
                    <a:pt x="4084" y="3412"/>
                    <a:pt x="4153" y="3343"/>
                  </a:cubicBezTo>
                  <a:lnTo>
                    <a:pt x="5515" y="1982"/>
                  </a:lnTo>
                  <a:cubicBezTo>
                    <a:pt x="5652" y="1844"/>
                    <a:pt x="5652" y="1620"/>
                    <a:pt x="5515" y="1465"/>
                  </a:cubicBezTo>
                  <a:lnTo>
                    <a:pt x="4153" y="104"/>
                  </a:lnTo>
                  <a:cubicBezTo>
                    <a:pt x="4084" y="35"/>
                    <a:pt x="3990" y="0"/>
                    <a:pt x="38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4274738" y="1574625"/>
              <a:ext cx="124525" cy="125400"/>
            </a:xfrm>
            <a:custGeom>
              <a:rect b="b" l="l" r="r" t="t"/>
              <a:pathLst>
                <a:path extrusionOk="0" h="5016" w="4981">
                  <a:moveTo>
                    <a:pt x="4619" y="1"/>
                  </a:moveTo>
                  <a:cubicBezTo>
                    <a:pt x="4429" y="1"/>
                    <a:pt x="4257" y="156"/>
                    <a:pt x="4257" y="362"/>
                  </a:cubicBezTo>
                  <a:lnTo>
                    <a:pt x="4257" y="1431"/>
                  </a:lnTo>
                  <a:cubicBezTo>
                    <a:pt x="4257" y="2275"/>
                    <a:pt x="3585" y="2947"/>
                    <a:pt x="2758" y="2947"/>
                  </a:cubicBezTo>
                  <a:lnTo>
                    <a:pt x="1241" y="2947"/>
                  </a:lnTo>
                  <a:lnTo>
                    <a:pt x="2017" y="2172"/>
                  </a:lnTo>
                  <a:cubicBezTo>
                    <a:pt x="2154" y="2034"/>
                    <a:pt x="2154" y="1810"/>
                    <a:pt x="2017" y="1672"/>
                  </a:cubicBezTo>
                  <a:cubicBezTo>
                    <a:pt x="1948" y="1603"/>
                    <a:pt x="1857" y="1569"/>
                    <a:pt x="1765" y="1569"/>
                  </a:cubicBezTo>
                  <a:cubicBezTo>
                    <a:pt x="1672" y="1569"/>
                    <a:pt x="1577" y="1603"/>
                    <a:pt x="1500" y="1672"/>
                  </a:cubicBezTo>
                  <a:lnTo>
                    <a:pt x="138" y="3033"/>
                  </a:lnTo>
                  <a:cubicBezTo>
                    <a:pt x="0" y="3171"/>
                    <a:pt x="0" y="3395"/>
                    <a:pt x="138" y="3550"/>
                  </a:cubicBezTo>
                  <a:lnTo>
                    <a:pt x="1500" y="4912"/>
                  </a:lnTo>
                  <a:cubicBezTo>
                    <a:pt x="1586" y="4981"/>
                    <a:pt x="1672" y="5015"/>
                    <a:pt x="1758" y="5015"/>
                  </a:cubicBezTo>
                  <a:cubicBezTo>
                    <a:pt x="1844" y="5015"/>
                    <a:pt x="1948" y="4981"/>
                    <a:pt x="2017" y="4912"/>
                  </a:cubicBezTo>
                  <a:cubicBezTo>
                    <a:pt x="2154" y="4774"/>
                    <a:pt x="2154" y="4550"/>
                    <a:pt x="2017" y="4412"/>
                  </a:cubicBezTo>
                  <a:lnTo>
                    <a:pt x="1276" y="3654"/>
                  </a:lnTo>
                  <a:lnTo>
                    <a:pt x="2758" y="3654"/>
                  </a:lnTo>
                  <a:cubicBezTo>
                    <a:pt x="3981" y="3654"/>
                    <a:pt x="4981" y="2654"/>
                    <a:pt x="4981" y="1431"/>
                  </a:cubicBezTo>
                  <a:lnTo>
                    <a:pt x="4981" y="362"/>
                  </a:lnTo>
                  <a:cubicBezTo>
                    <a:pt x="4981" y="156"/>
                    <a:pt x="4825" y="1"/>
                    <a:pt x="4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4389763" y="1331650"/>
              <a:ext cx="19850" cy="18125"/>
            </a:xfrm>
            <a:custGeom>
              <a:rect b="b" l="l" r="r" t="t"/>
              <a:pathLst>
                <a:path extrusionOk="0" h="725" w="794">
                  <a:moveTo>
                    <a:pt x="397" y="0"/>
                  </a:moveTo>
                  <a:cubicBezTo>
                    <a:pt x="302" y="0"/>
                    <a:pt x="207" y="35"/>
                    <a:pt x="138" y="104"/>
                  </a:cubicBezTo>
                  <a:cubicBezTo>
                    <a:pt x="0" y="242"/>
                    <a:pt x="0" y="466"/>
                    <a:pt x="138" y="604"/>
                  </a:cubicBezTo>
                  <a:lnTo>
                    <a:pt x="156" y="621"/>
                  </a:lnTo>
                  <a:cubicBezTo>
                    <a:pt x="224" y="690"/>
                    <a:pt x="311" y="724"/>
                    <a:pt x="397" y="724"/>
                  </a:cubicBezTo>
                  <a:cubicBezTo>
                    <a:pt x="500" y="724"/>
                    <a:pt x="586" y="690"/>
                    <a:pt x="655" y="621"/>
                  </a:cubicBezTo>
                  <a:cubicBezTo>
                    <a:pt x="793" y="483"/>
                    <a:pt x="793" y="242"/>
                    <a:pt x="655" y="104"/>
                  </a:cubicBezTo>
                  <a:cubicBezTo>
                    <a:pt x="586" y="35"/>
                    <a:pt x="492" y="0"/>
                    <a:pt x="3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3989113" y="1293300"/>
              <a:ext cx="458400" cy="458850"/>
            </a:xfrm>
            <a:custGeom>
              <a:rect b="b" l="l" r="r" t="t"/>
              <a:pathLst>
                <a:path extrusionOk="0" h="18354" w="18336">
                  <a:moveTo>
                    <a:pt x="8375" y="13149"/>
                  </a:moveTo>
                  <a:cubicBezTo>
                    <a:pt x="9133" y="13149"/>
                    <a:pt x="9737" y="13769"/>
                    <a:pt x="9737" y="14510"/>
                  </a:cubicBezTo>
                  <a:cubicBezTo>
                    <a:pt x="9737" y="15269"/>
                    <a:pt x="9133" y="15889"/>
                    <a:pt x="8375" y="15889"/>
                  </a:cubicBezTo>
                  <a:cubicBezTo>
                    <a:pt x="7617" y="15889"/>
                    <a:pt x="7014" y="15269"/>
                    <a:pt x="7014" y="14510"/>
                  </a:cubicBezTo>
                  <a:cubicBezTo>
                    <a:pt x="7014" y="13769"/>
                    <a:pt x="7617" y="13149"/>
                    <a:pt x="8375" y="13149"/>
                  </a:cubicBezTo>
                  <a:close/>
                  <a:moveTo>
                    <a:pt x="2068" y="14907"/>
                  </a:moveTo>
                  <a:cubicBezTo>
                    <a:pt x="2826" y="14907"/>
                    <a:pt x="3447" y="15510"/>
                    <a:pt x="3447" y="16268"/>
                  </a:cubicBezTo>
                  <a:cubicBezTo>
                    <a:pt x="3447" y="17026"/>
                    <a:pt x="2826" y="17630"/>
                    <a:pt x="2068" y="17630"/>
                  </a:cubicBezTo>
                  <a:cubicBezTo>
                    <a:pt x="1327" y="17630"/>
                    <a:pt x="707" y="17026"/>
                    <a:pt x="707" y="16268"/>
                  </a:cubicBezTo>
                  <a:cubicBezTo>
                    <a:pt x="707" y="15510"/>
                    <a:pt x="1327" y="14907"/>
                    <a:pt x="2068" y="14907"/>
                  </a:cubicBezTo>
                  <a:close/>
                  <a:moveTo>
                    <a:pt x="12701" y="1"/>
                  </a:moveTo>
                  <a:cubicBezTo>
                    <a:pt x="9599" y="1"/>
                    <a:pt x="7083" y="2534"/>
                    <a:pt x="7083" y="5636"/>
                  </a:cubicBezTo>
                  <a:cubicBezTo>
                    <a:pt x="7083" y="6635"/>
                    <a:pt x="7341" y="7600"/>
                    <a:pt x="7841" y="8445"/>
                  </a:cubicBezTo>
                  <a:lnTo>
                    <a:pt x="3705" y="9582"/>
                  </a:lnTo>
                  <a:cubicBezTo>
                    <a:pt x="3550" y="9616"/>
                    <a:pt x="3447" y="9754"/>
                    <a:pt x="3447" y="9927"/>
                  </a:cubicBezTo>
                  <a:lnTo>
                    <a:pt x="3447" y="14700"/>
                  </a:lnTo>
                  <a:cubicBezTo>
                    <a:pt x="3068" y="14373"/>
                    <a:pt x="2602" y="14183"/>
                    <a:pt x="2068" y="14183"/>
                  </a:cubicBezTo>
                  <a:cubicBezTo>
                    <a:pt x="931" y="14183"/>
                    <a:pt x="0" y="15114"/>
                    <a:pt x="0" y="16268"/>
                  </a:cubicBezTo>
                  <a:cubicBezTo>
                    <a:pt x="0" y="17423"/>
                    <a:pt x="931" y="18353"/>
                    <a:pt x="2068" y="18353"/>
                  </a:cubicBezTo>
                  <a:cubicBezTo>
                    <a:pt x="3223" y="18353"/>
                    <a:pt x="4153" y="17423"/>
                    <a:pt x="4153" y="16268"/>
                  </a:cubicBezTo>
                  <a:lnTo>
                    <a:pt x="4153" y="12305"/>
                  </a:lnTo>
                  <a:lnTo>
                    <a:pt x="5411" y="11960"/>
                  </a:lnTo>
                  <a:cubicBezTo>
                    <a:pt x="5601" y="11908"/>
                    <a:pt x="5721" y="11702"/>
                    <a:pt x="5670" y="11512"/>
                  </a:cubicBezTo>
                  <a:cubicBezTo>
                    <a:pt x="5627" y="11355"/>
                    <a:pt x="5478" y="11257"/>
                    <a:pt x="5321" y="11257"/>
                  </a:cubicBezTo>
                  <a:cubicBezTo>
                    <a:pt x="5288" y="11257"/>
                    <a:pt x="5255" y="11262"/>
                    <a:pt x="5222" y="11271"/>
                  </a:cubicBezTo>
                  <a:lnTo>
                    <a:pt x="4153" y="11564"/>
                  </a:lnTo>
                  <a:lnTo>
                    <a:pt x="4153" y="10202"/>
                  </a:lnTo>
                  <a:lnTo>
                    <a:pt x="9737" y="8669"/>
                  </a:lnTo>
                  <a:lnTo>
                    <a:pt x="9737" y="10030"/>
                  </a:lnTo>
                  <a:lnTo>
                    <a:pt x="8168" y="10461"/>
                  </a:lnTo>
                  <a:cubicBezTo>
                    <a:pt x="7979" y="10513"/>
                    <a:pt x="7875" y="10719"/>
                    <a:pt x="7927" y="10909"/>
                  </a:cubicBezTo>
                  <a:cubicBezTo>
                    <a:pt x="7970" y="11066"/>
                    <a:pt x="8107" y="11163"/>
                    <a:pt x="8260" y="11163"/>
                  </a:cubicBezTo>
                  <a:cubicBezTo>
                    <a:pt x="8292" y="11163"/>
                    <a:pt x="8325" y="11159"/>
                    <a:pt x="8358" y="11150"/>
                  </a:cubicBezTo>
                  <a:lnTo>
                    <a:pt x="9737" y="10788"/>
                  </a:lnTo>
                  <a:lnTo>
                    <a:pt x="9737" y="12942"/>
                  </a:lnTo>
                  <a:cubicBezTo>
                    <a:pt x="9375" y="12632"/>
                    <a:pt x="8892" y="12425"/>
                    <a:pt x="8375" y="12425"/>
                  </a:cubicBezTo>
                  <a:cubicBezTo>
                    <a:pt x="7221" y="12425"/>
                    <a:pt x="6290" y="13373"/>
                    <a:pt x="6290" y="14510"/>
                  </a:cubicBezTo>
                  <a:cubicBezTo>
                    <a:pt x="6290" y="15665"/>
                    <a:pt x="7221" y="16596"/>
                    <a:pt x="8375" y="16596"/>
                  </a:cubicBezTo>
                  <a:cubicBezTo>
                    <a:pt x="9495" y="16596"/>
                    <a:pt x="10409" y="15699"/>
                    <a:pt x="10460" y="14597"/>
                  </a:cubicBezTo>
                  <a:cubicBezTo>
                    <a:pt x="10460" y="14579"/>
                    <a:pt x="10460" y="14562"/>
                    <a:pt x="10460" y="14545"/>
                  </a:cubicBezTo>
                  <a:lnTo>
                    <a:pt x="10460" y="10788"/>
                  </a:lnTo>
                  <a:cubicBezTo>
                    <a:pt x="11167" y="11098"/>
                    <a:pt x="11925" y="11271"/>
                    <a:pt x="12701" y="11271"/>
                  </a:cubicBezTo>
                  <a:cubicBezTo>
                    <a:pt x="15820" y="11271"/>
                    <a:pt x="18336" y="8738"/>
                    <a:pt x="18336" y="5636"/>
                  </a:cubicBezTo>
                  <a:cubicBezTo>
                    <a:pt x="18336" y="4619"/>
                    <a:pt x="18060" y="3620"/>
                    <a:pt x="17543" y="2758"/>
                  </a:cubicBezTo>
                  <a:cubicBezTo>
                    <a:pt x="17475" y="2645"/>
                    <a:pt x="17364" y="2584"/>
                    <a:pt x="17246" y="2584"/>
                  </a:cubicBezTo>
                  <a:cubicBezTo>
                    <a:pt x="17184" y="2584"/>
                    <a:pt x="17120" y="2601"/>
                    <a:pt x="17060" y="2637"/>
                  </a:cubicBezTo>
                  <a:cubicBezTo>
                    <a:pt x="16888" y="2723"/>
                    <a:pt x="16836" y="2947"/>
                    <a:pt x="16940" y="3120"/>
                  </a:cubicBezTo>
                  <a:cubicBezTo>
                    <a:pt x="17388" y="3878"/>
                    <a:pt x="17629" y="4740"/>
                    <a:pt x="17629" y="5636"/>
                  </a:cubicBezTo>
                  <a:cubicBezTo>
                    <a:pt x="17629" y="8341"/>
                    <a:pt x="15423" y="10547"/>
                    <a:pt x="12701" y="10547"/>
                  </a:cubicBezTo>
                  <a:cubicBezTo>
                    <a:pt x="11925" y="10547"/>
                    <a:pt x="11150" y="10357"/>
                    <a:pt x="10460" y="9996"/>
                  </a:cubicBezTo>
                  <a:lnTo>
                    <a:pt x="10460" y="8203"/>
                  </a:lnTo>
                  <a:cubicBezTo>
                    <a:pt x="10460" y="8100"/>
                    <a:pt x="10409" y="7997"/>
                    <a:pt x="10322" y="7928"/>
                  </a:cubicBezTo>
                  <a:cubicBezTo>
                    <a:pt x="10247" y="7877"/>
                    <a:pt x="10171" y="7845"/>
                    <a:pt x="10089" y="7845"/>
                  </a:cubicBezTo>
                  <a:cubicBezTo>
                    <a:pt x="10058" y="7845"/>
                    <a:pt x="10027" y="7849"/>
                    <a:pt x="9995" y="7859"/>
                  </a:cubicBezTo>
                  <a:lnTo>
                    <a:pt x="8548" y="8255"/>
                  </a:lnTo>
                  <a:cubicBezTo>
                    <a:pt x="8065" y="7480"/>
                    <a:pt x="7789" y="6566"/>
                    <a:pt x="7789" y="5636"/>
                  </a:cubicBezTo>
                  <a:cubicBezTo>
                    <a:pt x="7789" y="2930"/>
                    <a:pt x="9995" y="724"/>
                    <a:pt x="12701" y="724"/>
                  </a:cubicBezTo>
                  <a:cubicBezTo>
                    <a:pt x="13511" y="724"/>
                    <a:pt x="14269" y="897"/>
                    <a:pt x="14975" y="1276"/>
                  </a:cubicBezTo>
                  <a:cubicBezTo>
                    <a:pt x="15026" y="1301"/>
                    <a:pt x="15080" y="1313"/>
                    <a:pt x="15135" y="1313"/>
                  </a:cubicBezTo>
                  <a:cubicBezTo>
                    <a:pt x="15267" y="1313"/>
                    <a:pt x="15397" y="1243"/>
                    <a:pt x="15458" y="1121"/>
                  </a:cubicBezTo>
                  <a:cubicBezTo>
                    <a:pt x="15544" y="949"/>
                    <a:pt x="15475" y="724"/>
                    <a:pt x="15303" y="638"/>
                  </a:cubicBezTo>
                  <a:cubicBezTo>
                    <a:pt x="14510" y="225"/>
                    <a:pt x="13614" y="1"/>
                    <a:pt x="12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36"/>
          <p:cNvGrpSpPr/>
          <p:nvPr/>
        </p:nvGrpSpPr>
        <p:grpSpPr>
          <a:xfrm>
            <a:off x="4391606" y="1298172"/>
            <a:ext cx="360794" cy="312672"/>
            <a:chOff x="4674088" y="1323900"/>
            <a:chExt cx="458850" cy="397650"/>
          </a:xfrm>
        </p:grpSpPr>
        <p:sp>
          <p:nvSpPr>
            <p:cNvPr id="381" name="Google Shape;381;p36"/>
            <p:cNvSpPr/>
            <p:nvPr/>
          </p:nvSpPr>
          <p:spPr>
            <a:xfrm>
              <a:off x="4674088" y="1323900"/>
              <a:ext cx="220175" cy="190000"/>
            </a:xfrm>
            <a:custGeom>
              <a:rect b="b" l="l" r="r" t="t"/>
              <a:pathLst>
                <a:path extrusionOk="0" h="7600" w="8807">
                  <a:moveTo>
                    <a:pt x="1069" y="0"/>
                  </a:moveTo>
                  <a:cubicBezTo>
                    <a:pt x="483" y="0"/>
                    <a:pt x="1" y="483"/>
                    <a:pt x="1" y="1069"/>
                  </a:cubicBezTo>
                  <a:lnTo>
                    <a:pt x="1" y="6514"/>
                  </a:lnTo>
                  <a:cubicBezTo>
                    <a:pt x="1" y="7117"/>
                    <a:pt x="483" y="7600"/>
                    <a:pt x="1069" y="7600"/>
                  </a:cubicBezTo>
                  <a:lnTo>
                    <a:pt x="7738" y="7600"/>
                  </a:lnTo>
                  <a:cubicBezTo>
                    <a:pt x="8324" y="7600"/>
                    <a:pt x="8807" y="7117"/>
                    <a:pt x="8807" y="6514"/>
                  </a:cubicBezTo>
                  <a:lnTo>
                    <a:pt x="8807" y="1069"/>
                  </a:lnTo>
                  <a:cubicBezTo>
                    <a:pt x="8807" y="483"/>
                    <a:pt x="8324" y="0"/>
                    <a:pt x="7738" y="0"/>
                  </a:cubicBezTo>
                  <a:lnTo>
                    <a:pt x="5929" y="0"/>
                  </a:lnTo>
                  <a:cubicBezTo>
                    <a:pt x="5722" y="0"/>
                    <a:pt x="5567" y="155"/>
                    <a:pt x="5567" y="362"/>
                  </a:cubicBezTo>
                  <a:cubicBezTo>
                    <a:pt x="5567" y="552"/>
                    <a:pt x="5722" y="707"/>
                    <a:pt x="5929" y="707"/>
                  </a:cubicBezTo>
                  <a:lnTo>
                    <a:pt x="7738" y="707"/>
                  </a:lnTo>
                  <a:cubicBezTo>
                    <a:pt x="7945" y="707"/>
                    <a:pt x="8100" y="879"/>
                    <a:pt x="8100" y="1069"/>
                  </a:cubicBezTo>
                  <a:lnTo>
                    <a:pt x="8100" y="6514"/>
                  </a:lnTo>
                  <a:cubicBezTo>
                    <a:pt x="8100" y="6721"/>
                    <a:pt x="7945" y="6876"/>
                    <a:pt x="7738" y="6876"/>
                  </a:cubicBezTo>
                  <a:lnTo>
                    <a:pt x="1069" y="6876"/>
                  </a:lnTo>
                  <a:cubicBezTo>
                    <a:pt x="880" y="6876"/>
                    <a:pt x="725" y="6721"/>
                    <a:pt x="725" y="6514"/>
                  </a:cubicBezTo>
                  <a:lnTo>
                    <a:pt x="725" y="1069"/>
                  </a:lnTo>
                  <a:cubicBezTo>
                    <a:pt x="725" y="879"/>
                    <a:pt x="880" y="707"/>
                    <a:pt x="1069" y="707"/>
                  </a:cubicBezTo>
                  <a:lnTo>
                    <a:pt x="3068" y="707"/>
                  </a:lnTo>
                  <a:cubicBezTo>
                    <a:pt x="3275" y="707"/>
                    <a:pt x="3430" y="552"/>
                    <a:pt x="3430" y="362"/>
                  </a:cubicBezTo>
                  <a:cubicBezTo>
                    <a:pt x="3430" y="155"/>
                    <a:pt x="3275" y="0"/>
                    <a:pt x="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4775338" y="1323900"/>
              <a:ext cx="18125" cy="17675"/>
            </a:xfrm>
            <a:custGeom>
              <a:rect b="b" l="l" r="r" t="t"/>
              <a:pathLst>
                <a:path extrusionOk="0" h="707" w="725">
                  <a:moveTo>
                    <a:pt x="362" y="0"/>
                  </a:moveTo>
                  <a:cubicBezTo>
                    <a:pt x="259" y="0"/>
                    <a:pt x="173" y="35"/>
                    <a:pt x="104" y="104"/>
                  </a:cubicBezTo>
                  <a:cubicBezTo>
                    <a:pt x="35" y="173"/>
                    <a:pt x="1" y="259"/>
                    <a:pt x="1" y="362"/>
                  </a:cubicBezTo>
                  <a:cubicBezTo>
                    <a:pt x="1" y="448"/>
                    <a:pt x="35" y="534"/>
                    <a:pt x="104" y="603"/>
                  </a:cubicBezTo>
                  <a:cubicBezTo>
                    <a:pt x="173" y="672"/>
                    <a:pt x="259" y="707"/>
                    <a:pt x="362" y="707"/>
                  </a:cubicBezTo>
                  <a:cubicBezTo>
                    <a:pt x="449" y="707"/>
                    <a:pt x="552" y="672"/>
                    <a:pt x="604" y="603"/>
                  </a:cubicBezTo>
                  <a:cubicBezTo>
                    <a:pt x="673" y="534"/>
                    <a:pt x="724" y="448"/>
                    <a:pt x="724" y="362"/>
                  </a:cubicBezTo>
                  <a:cubicBezTo>
                    <a:pt x="724" y="259"/>
                    <a:pt x="673" y="173"/>
                    <a:pt x="604" y="104"/>
                  </a:cubicBezTo>
                  <a:cubicBezTo>
                    <a:pt x="552" y="35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4912338" y="1323900"/>
              <a:ext cx="220600" cy="190000"/>
            </a:xfrm>
            <a:custGeom>
              <a:rect b="b" l="l" r="r" t="t"/>
              <a:pathLst>
                <a:path extrusionOk="0" h="7600" w="8824">
                  <a:moveTo>
                    <a:pt x="7738" y="707"/>
                  </a:moveTo>
                  <a:cubicBezTo>
                    <a:pt x="7945" y="707"/>
                    <a:pt x="8100" y="879"/>
                    <a:pt x="8100" y="1069"/>
                  </a:cubicBezTo>
                  <a:lnTo>
                    <a:pt x="8100" y="6514"/>
                  </a:lnTo>
                  <a:cubicBezTo>
                    <a:pt x="8100" y="6721"/>
                    <a:pt x="7945" y="6876"/>
                    <a:pt x="7738" y="6876"/>
                  </a:cubicBezTo>
                  <a:lnTo>
                    <a:pt x="1069" y="6876"/>
                  </a:lnTo>
                  <a:cubicBezTo>
                    <a:pt x="879" y="6876"/>
                    <a:pt x="724" y="6721"/>
                    <a:pt x="724" y="6514"/>
                  </a:cubicBezTo>
                  <a:lnTo>
                    <a:pt x="724" y="1069"/>
                  </a:lnTo>
                  <a:cubicBezTo>
                    <a:pt x="724" y="879"/>
                    <a:pt x="879" y="707"/>
                    <a:pt x="1069" y="707"/>
                  </a:cubicBezTo>
                  <a:close/>
                  <a:moveTo>
                    <a:pt x="1069" y="0"/>
                  </a:moveTo>
                  <a:cubicBezTo>
                    <a:pt x="483" y="0"/>
                    <a:pt x="1" y="483"/>
                    <a:pt x="1" y="1069"/>
                  </a:cubicBezTo>
                  <a:lnTo>
                    <a:pt x="1" y="6514"/>
                  </a:lnTo>
                  <a:cubicBezTo>
                    <a:pt x="1" y="7117"/>
                    <a:pt x="483" y="7600"/>
                    <a:pt x="1069" y="7600"/>
                  </a:cubicBezTo>
                  <a:lnTo>
                    <a:pt x="7738" y="7600"/>
                  </a:lnTo>
                  <a:cubicBezTo>
                    <a:pt x="8341" y="7600"/>
                    <a:pt x="8824" y="7117"/>
                    <a:pt x="8824" y="6514"/>
                  </a:cubicBezTo>
                  <a:lnTo>
                    <a:pt x="8824" y="1069"/>
                  </a:lnTo>
                  <a:cubicBezTo>
                    <a:pt x="8824" y="483"/>
                    <a:pt x="8341" y="0"/>
                    <a:pt x="7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4674088" y="1531550"/>
              <a:ext cx="220175" cy="190000"/>
            </a:xfrm>
            <a:custGeom>
              <a:rect b="b" l="l" r="r" t="t"/>
              <a:pathLst>
                <a:path extrusionOk="0" h="7600" w="8807">
                  <a:moveTo>
                    <a:pt x="7738" y="724"/>
                  </a:moveTo>
                  <a:cubicBezTo>
                    <a:pt x="7945" y="724"/>
                    <a:pt x="8100" y="879"/>
                    <a:pt x="8100" y="1086"/>
                  </a:cubicBezTo>
                  <a:lnTo>
                    <a:pt x="8100" y="6531"/>
                  </a:lnTo>
                  <a:cubicBezTo>
                    <a:pt x="8100" y="6721"/>
                    <a:pt x="7945" y="6876"/>
                    <a:pt x="7738" y="6876"/>
                  </a:cubicBezTo>
                  <a:lnTo>
                    <a:pt x="1069" y="6876"/>
                  </a:lnTo>
                  <a:cubicBezTo>
                    <a:pt x="880" y="6876"/>
                    <a:pt x="725" y="6721"/>
                    <a:pt x="725" y="6531"/>
                  </a:cubicBezTo>
                  <a:lnTo>
                    <a:pt x="725" y="1086"/>
                  </a:lnTo>
                  <a:cubicBezTo>
                    <a:pt x="725" y="879"/>
                    <a:pt x="880" y="724"/>
                    <a:pt x="1069" y="724"/>
                  </a:cubicBezTo>
                  <a:close/>
                  <a:moveTo>
                    <a:pt x="1069" y="0"/>
                  </a:moveTo>
                  <a:cubicBezTo>
                    <a:pt x="483" y="0"/>
                    <a:pt x="1" y="483"/>
                    <a:pt x="1" y="1086"/>
                  </a:cubicBezTo>
                  <a:lnTo>
                    <a:pt x="1" y="6531"/>
                  </a:lnTo>
                  <a:cubicBezTo>
                    <a:pt x="1" y="7117"/>
                    <a:pt x="483" y="7600"/>
                    <a:pt x="1069" y="7600"/>
                  </a:cubicBezTo>
                  <a:lnTo>
                    <a:pt x="7738" y="7600"/>
                  </a:lnTo>
                  <a:cubicBezTo>
                    <a:pt x="8324" y="7600"/>
                    <a:pt x="8807" y="7117"/>
                    <a:pt x="8807" y="6531"/>
                  </a:cubicBezTo>
                  <a:lnTo>
                    <a:pt x="8807" y="1086"/>
                  </a:lnTo>
                  <a:cubicBezTo>
                    <a:pt x="8807" y="483"/>
                    <a:pt x="8324" y="0"/>
                    <a:pt x="7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5013588" y="1703450"/>
              <a:ext cx="18100" cy="18100"/>
            </a:xfrm>
            <a:custGeom>
              <a:rect b="b" l="l" r="r" t="t"/>
              <a:pathLst>
                <a:path extrusionOk="0" h="724" w="724">
                  <a:moveTo>
                    <a:pt x="362" y="0"/>
                  </a:moveTo>
                  <a:cubicBezTo>
                    <a:pt x="259" y="0"/>
                    <a:pt x="173" y="52"/>
                    <a:pt x="104" y="121"/>
                  </a:cubicBezTo>
                  <a:cubicBezTo>
                    <a:pt x="35" y="172"/>
                    <a:pt x="0" y="276"/>
                    <a:pt x="0" y="362"/>
                  </a:cubicBezTo>
                  <a:cubicBezTo>
                    <a:pt x="0" y="465"/>
                    <a:pt x="35" y="551"/>
                    <a:pt x="104" y="620"/>
                  </a:cubicBezTo>
                  <a:cubicBezTo>
                    <a:pt x="173" y="689"/>
                    <a:pt x="259" y="724"/>
                    <a:pt x="362" y="724"/>
                  </a:cubicBezTo>
                  <a:cubicBezTo>
                    <a:pt x="448" y="724"/>
                    <a:pt x="552" y="689"/>
                    <a:pt x="603" y="620"/>
                  </a:cubicBezTo>
                  <a:cubicBezTo>
                    <a:pt x="672" y="551"/>
                    <a:pt x="724" y="465"/>
                    <a:pt x="724" y="362"/>
                  </a:cubicBezTo>
                  <a:cubicBezTo>
                    <a:pt x="724" y="276"/>
                    <a:pt x="672" y="172"/>
                    <a:pt x="603" y="121"/>
                  </a:cubicBezTo>
                  <a:cubicBezTo>
                    <a:pt x="552" y="52"/>
                    <a:pt x="448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4912338" y="1531550"/>
              <a:ext cx="220600" cy="190000"/>
            </a:xfrm>
            <a:custGeom>
              <a:rect b="b" l="l" r="r" t="t"/>
              <a:pathLst>
                <a:path extrusionOk="0" h="7600" w="8824">
                  <a:moveTo>
                    <a:pt x="1069" y="0"/>
                  </a:moveTo>
                  <a:cubicBezTo>
                    <a:pt x="483" y="0"/>
                    <a:pt x="1" y="483"/>
                    <a:pt x="1" y="1086"/>
                  </a:cubicBezTo>
                  <a:lnTo>
                    <a:pt x="1" y="6531"/>
                  </a:lnTo>
                  <a:cubicBezTo>
                    <a:pt x="1" y="7117"/>
                    <a:pt x="483" y="7600"/>
                    <a:pt x="1069" y="7600"/>
                  </a:cubicBezTo>
                  <a:lnTo>
                    <a:pt x="2878" y="7600"/>
                  </a:lnTo>
                  <a:cubicBezTo>
                    <a:pt x="3085" y="7600"/>
                    <a:pt x="3240" y="7445"/>
                    <a:pt x="3240" y="7238"/>
                  </a:cubicBezTo>
                  <a:cubicBezTo>
                    <a:pt x="3240" y="7048"/>
                    <a:pt x="3085" y="6876"/>
                    <a:pt x="2878" y="6876"/>
                  </a:cubicBezTo>
                  <a:lnTo>
                    <a:pt x="1069" y="6876"/>
                  </a:lnTo>
                  <a:cubicBezTo>
                    <a:pt x="879" y="6876"/>
                    <a:pt x="724" y="6721"/>
                    <a:pt x="724" y="6531"/>
                  </a:cubicBezTo>
                  <a:lnTo>
                    <a:pt x="724" y="1086"/>
                  </a:lnTo>
                  <a:cubicBezTo>
                    <a:pt x="724" y="879"/>
                    <a:pt x="879" y="724"/>
                    <a:pt x="1069" y="724"/>
                  </a:cubicBezTo>
                  <a:lnTo>
                    <a:pt x="7738" y="724"/>
                  </a:lnTo>
                  <a:cubicBezTo>
                    <a:pt x="7945" y="724"/>
                    <a:pt x="8100" y="879"/>
                    <a:pt x="8100" y="1086"/>
                  </a:cubicBezTo>
                  <a:lnTo>
                    <a:pt x="8100" y="6531"/>
                  </a:lnTo>
                  <a:cubicBezTo>
                    <a:pt x="8100" y="6721"/>
                    <a:pt x="7945" y="6876"/>
                    <a:pt x="7738" y="6876"/>
                  </a:cubicBezTo>
                  <a:lnTo>
                    <a:pt x="5722" y="6876"/>
                  </a:lnTo>
                  <a:cubicBezTo>
                    <a:pt x="5532" y="6876"/>
                    <a:pt x="5360" y="7048"/>
                    <a:pt x="5360" y="7238"/>
                  </a:cubicBezTo>
                  <a:cubicBezTo>
                    <a:pt x="5360" y="7445"/>
                    <a:pt x="5532" y="7600"/>
                    <a:pt x="5722" y="7600"/>
                  </a:cubicBezTo>
                  <a:lnTo>
                    <a:pt x="7738" y="7600"/>
                  </a:lnTo>
                  <a:cubicBezTo>
                    <a:pt x="8341" y="7600"/>
                    <a:pt x="8824" y="7117"/>
                    <a:pt x="8824" y="6531"/>
                  </a:cubicBezTo>
                  <a:lnTo>
                    <a:pt x="8824" y="1086"/>
                  </a:lnTo>
                  <a:cubicBezTo>
                    <a:pt x="8824" y="483"/>
                    <a:pt x="8341" y="0"/>
                    <a:pt x="7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746488" y="1369975"/>
              <a:ext cx="84450" cy="97825"/>
            </a:xfrm>
            <a:custGeom>
              <a:rect b="b" l="l" r="r" t="t"/>
              <a:pathLst>
                <a:path extrusionOk="0" h="3913" w="3378">
                  <a:moveTo>
                    <a:pt x="775" y="708"/>
                  </a:moveTo>
                  <a:cubicBezTo>
                    <a:pt x="775" y="708"/>
                    <a:pt x="793" y="725"/>
                    <a:pt x="793" y="725"/>
                  </a:cubicBezTo>
                  <a:lnTo>
                    <a:pt x="2637" y="1914"/>
                  </a:lnTo>
                  <a:cubicBezTo>
                    <a:pt x="2654" y="1914"/>
                    <a:pt x="2671" y="1931"/>
                    <a:pt x="2671" y="1948"/>
                  </a:cubicBezTo>
                  <a:cubicBezTo>
                    <a:pt x="2671" y="1966"/>
                    <a:pt x="2654" y="1983"/>
                    <a:pt x="2637" y="2000"/>
                  </a:cubicBezTo>
                  <a:lnTo>
                    <a:pt x="793" y="3172"/>
                  </a:lnTo>
                  <a:cubicBezTo>
                    <a:pt x="793" y="3189"/>
                    <a:pt x="775" y="3189"/>
                    <a:pt x="741" y="3189"/>
                  </a:cubicBezTo>
                  <a:cubicBezTo>
                    <a:pt x="724" y="3172"/>
                    <a:pt x="724" y="3137"/>
                    <a:pt x="724" y="3137"/>
                  </a:cubicBezTo>
                  <a:lnTo>
                    <a:pt x="724" y="777"/>
                  </a:lnTo>
                  <a:cubicBezTo>
                    <a:pt x="724" y="759"/>
                    <a:pt x="724" y="742"/>
                    <a:pt x="741" y="725"/>
                  </a:cubicBezTo>
                  <a:cubicBezTo>
                    <a:pt x="758" y="725"/>
                    <a:pt x="758" y="708"/>
                    <a:pt x="775" y="708"/>
                  </a:cubicBezTo>
                  <a:close/>
                  <a:moveTo>
                    <a:pt x="767" y="1"/>
                  </a:moveTo>
                  <a:cubicBezTo>
                    <a:pt x="638" y="1"/>
                    <a:pt x="509" y="31"/>
                    <a:pt x="396" y="87"/>
                  </a:cubicBezTo>
                  <a:cubicBezTo>
                    <a:pt x="155" y="225"/>
                    <a:pt x="0" y="484"/>
                    <a:pt x="0" y="777"/>
                  </a:cubicBezTo>
                  <a:lnTo>
                    <a:pt x="0" y="3137"/>
                  </a:lnTo>
                  <a:cubicBezTo>
                    <a:pt x="0" y="3413"/>
                    <a:pt x="155" y="3672"/>
                    <a:pt x="396" y="3809"/>
                  </a:cubicBezTo>
                  <a:cubicBezTo>
                    <a:pt x="517" y="3878"/>
                    <a:pt x="638" y="3913"/>
                    <a:pt x="775" y="3913"/>
                  </a:cubicBezTo>
                  <a:cubicBezTo>
                    <a:pt x="913" y="3913"/>
                    <a:pt x="1051" y="3861"/>
                    <a:pt x="1189" y="3775"/>
                  </a:cubicBezTo>
                  <a:lnTo>
                    <a:pt x="3033" y="2603"/>
                  </a:lnTo>
                  <a:cubicBezTo>
                    <a:pt x="3257" y="2465"/>
                    <a:pt x="3378" y="2224"/>
                    <a:pt x="3378" y="1948"/>
                  </a:cubicBezTo>
                  <a:cubicBezTo>
                    <a:pt x="3378" y="1690"/>
                    <a:pt x="3257" y="1449"/>
                    <a:pt x="3033" y="1311"/>
                  </a:cubicBezTo>
                  <a:lnTo>
                    <a:pt x="1189" y="122"/>
                  </a:lnTo>
                  <a:cubicBezTo>
                    <a:pt x="1061" y="39"/>
                    <a:pt x="913" y="1"/>
                    <a:pt x="7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4987738" y="1369975"/>
              <a:ext cx="84900" cy="97825"/>
            </a:xfrm>
            <a:custGeom>
              <a:rect b="b" l="l" r="r" t="t"/>
              <a:pathLst>
                <a:path extrusionOk="0" h="3913" w="3396">
                  <a:moveTo>
                    <a:pt x="776" y="708"/>
                  </a:moveTo>
                  <a:cubicBezTo>
                    <a:pt x="793" y="708"/>
                    <a:pt x="793" y="725"/>
                    <a:pt x="810" y="725"/>
                  </a:cubicBezTo>
                  <a:lnTo>
                    <a:pt x="2654" y="1914"/>
                  </a:lnTo>
                  <a:cubicBezTo>
                    <a:pt x="2671" y="1914"/>
                    <a:pt x="2671" y="1931"/>
                    <a:pt x="2671" y="1948"/>
                  </a:cubicBezTo>
                  <a:cubicBezTo>
                    <a:pt x="2671" y="1966"/>
                    <a:pt x="2671" y="1983"/>
                    <a:pt x="2654" y="2000"/>
                  </a:cubicBezTo>
                  <a:lnTo>
                    <a:pt x="810" y="3172"/>
                  </a:lnTo>
                  <a:cubicBezTo>
                    <a:pt x="793" y="3189"/>
                    <a:pt x="776" y="3189"/>
                    <a:pt x="741" y="3189"/>
                  </a:cubicBezTo>
                  <a:cubicBezTo>
                    <a:pt x="724" y="3172"/>
                    <a:pt x="724" y="3137"/>
                    <a:pt x="724" y="3137"/>
                  </a:cubicBezTo>
                  <a:lnTo>
                    <a:pt x="724" y="777"/>
                  </a:lnTo>
                  <a:cubicBezTo>
                    <a:pt x="724" y="759"/>
                    <a:pt x="724" y="742"/>
                    <a:pt x="741" y="725"/>
                  </a:cubicBezTo>
                  <a:cubicBezTo>
                    <a:pt x="758" y="725"/>
                    <a:pt x="776" y="708"/>
                    <a:pt x="776" y="708"/>
                  </a:cubicBezTo>
                  <a:close/>
                  <a:moveTo>
                    <a:pt x="776" y="1"/>
                  </a:moveTo>
                  <a:cubicBezTo>
                    <a:pt x="651" y="1"/>
                    <a:pt x="527" y="31"/>
                    <a:pt x="414" y="87"/>
                  </a:cubicBezTo>
                  <a:cubicBezTo>
                    <a:pt x="155" y="225"/>
                    <a:pt x="0" y="484"/>
                    <a:pt x="0" y="777"/>
                  </a:cubicBezTo>
                  <a:lnTo>
                    <a:pt x="0" y="3137"/>
                  </a:lnTo>
                  <a:cubicBezTo>
                    <a:pt x="0" y="3413"/>
                    <a:pt x="155" y="3672"/>
                    <a:pt x="414" y="3809"/>
                  </a:cubicBezTo>
                  <a:cubicBezTo>
                    <a:pt x="517" y="3878"/>
                    <a:pt x="655" y="3913"/>
                    <a:pt x="776" y="3913"/>
                  </a:cubicBezTo>
                  <a:cubicBezTo>
                    <a:pt x="914" y="3913"/>
                    <a:pt x="1069" y="3861"/>
                    <a:pt x="1189" y="3775"/>
                  </a:cubicBezTo>
                  <a:lnTo>
                    <a:pt x="3033" y="2603"/>
                  </a:lnTo>
                  <a:cubicBezTo>
                    <a:pt x="3257" y="2465"/>
                    <a:pt x="3395" y="2224"/>
                    <a:pt x="3395" y="1948"/>
                  </a:cubicBezTo>
                  <a:cubicBezTo>
                    <a:pt x="3395" y="1690"/>
                    <a:pt x="3257" y="1449"/>
                    <a:pt x="3033" y="1311"/>
                  </a:cubicBezTo>
                  <a:lnTo>
                    <a:pt x="1189" y="122"/>
                  </a:lnTo>
                  <a:cubicBezTo>
                    <a:pt x="1061" y="39"/>
                    <a:pt x="918" y="1"/>
                    <a:pt x="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4746488" y="1577850"/>
              <a:ext cx="84450" cy="97600"/>
            </a:xfrm>
            <a:custGeom>
              <a:rect b="b" l="l" r="r" t="t"/>
              <a:pathLst>
                <a:path extrusionOk="0" h="3904" w="3378">
                  <a:moveTo>
                    <a:pt x="793" y="716"/>
                  </a:moveTo>
                  <a:lnTo>
                    <a:pt x="2637" y="1905"/>
                  </a:lnTo>
                  <a:cubicBezTo>
                    <a:pt x="2654" y="1922"/>
                    <a:pt x="2671" y="1939"/>
                    <a:pt x="2671" y="1957"/>
                  </a:cubicBezTo>
                  <a:cubicBezTo>
                    <a:pt x="2671" y="1974"/>
                    <a:pt x="2654" y="1991"/>
                    <a:pt x="2637" y="1991"/>
                  </a:cubicBezTo>
                  <a:lnTo>
                    <a:pt x="793" y="3180"/>
                  </a:lnTo>
                  <a:cubicBezTo>
                    <a:pt x="793" y="3180"/>
                    <a:pt x="785" y="3188"/>
                    <a:pt x="770" y="3188"/>
                  </a:cubicBezTo>
                  <a:cubicBezTo>
                    <a:pt x="762" y="3188"/>
                    <a:pt x="752" y="3186"/>
                    <a:pt x="741" y="3180"/>
                  </a:cubicBezTo>
                  <a:cubicBezTo>
                    <a:pt x="724" y="3163"/>
                    <a:pt x="724" y="3146"/>
                    <a:pt x="724" y="3128"/>
                  </a:cubicBezTo>
                  <a:lnTo>
                    <a:pt x="724" y="768"/>
                  </a:lnTo>
                  <a:cubicBezTo>
                    <a:pt x="724" y="768"/>
                    <a:pt x="724" y="733"/>
                    <a:pt x="741" y="716"/>
                  </a:cubicBezTo>
                  <a:close/>
                  <a:moveTo>
                    <a:pt x="767" y="0"/>
                  </a:moveTo>
                  <a:cubicBezTo>
                    <a:pt x="638" y="0"/>
                    <a:pt x="509" y="31"/>
                    <a:pt x="396" y="96"/>
                  </a:cubicBezTo>
                  <a:cubicBezTo>
                    <a:pt x="155" y="233"/>
                    <a:pt x="0" y="492"/>
                    <a:pt x="0" y="768"/>
                  </a:cubicBezTo>
                  <a:lnTo>
                    <a:pt x="0" y="3128"/>
                  </a:lnTo>
                  <a:cubicBezTo>
                    <a:pt x="0" y="3421"/>
                    <a:pt x="155" y="3680"/>
                    <a:pt x="396" y="3801"/>
                  </a:cubicBezTo>
                  <a:cubicBezTo>
                    <a:pt x="517" y="3869"/>
                    <a:pt x="638" y="3904"/>
                    <a:pt x="775" y="3904"/>
                  </a:cubicBezTo>
                  <a:cubicBezTo>
                    <a:pt x="913" y="3904"/>
                    <a:pt x="1051" y="3869"/>
                    <a:pt x="1189" y="3783"/>
                  </a:cubicBezTo>
                  <a:lnTo>
                    <a:pt x="3033" y="2594"/>
                  </a:lnTo>
                  <a:cubicBezTo>
                    <a:pt x="3257" y="2456"/>
                    <a:pt x="3378" y="2215"/>
                    <a:pt x="3378" y="1957"/>
                  </a:cubicBezTo>
                  <a:cubicBezTo>
                    <a:pt x="3378" y="1681"/>
                    <a:pt x="3257" y="1440"/>
                    <a:pt x="3033" y="1302"/>
                  </a:cubicBezTo>
                  <a:lnTo>
                    <a:pt x="1189" y="113"/>
                  </a:lnTo>
                  <a:cubicBezTo>
                    <a:pt x="1061" y="40"/>
                    <a:pt x="913" y="0"/>
                    <a:pt x="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4987738" y="1577850"/>
              <a:ext cx="84900" cy="97600"/>
            </a:xfrm>
            <a:custGeom>
              <a:rect b="b" l="l" r="r" t="t"/>
              <a:pathLst>
                <a:path extrusionOk="0" h="3904" w="3396">
                  <a:moveTo>
                    <a:pt x="810" y="716"/>
                  </a:moveTo>
                  <a:lnTo>
                    <a:pt x="2654" y="1905"/>
                  </a:lnTo>
                  <a:cubicBezTo>
                    <a:pt x="2671" y="1922"/>
                    <a:pt x="2671" y="1939"/>
                    <a:pt x="2671" y="1957"/>
                  </a:cubicBezTo>
                  <a:cubicBezTo>
                    <a:pt x="2671" y="1974"/>
                    <a:pt x="2671" y="1991"/>
                    <a:pt x="2654" y="1991"/>
                  </a:cubicBezTo>
                  <a:lnTo>
                    <a:pt x="810" y="3180"/>
                  </a:lnTo>
                  <a:cubicBezTo>
                    <a:pt x="799" y="3180"/>
                    <a:pt x="787" y="3188"/>
                    <a:pt x="771" y="3188"/>
                  </a:cubicBezTo>
                  <a:cubicBezTo>
                    <a:pt x="762" y="3188"/>
                    <a:pt x="753" y="3186"/>
                    <a:pt x="741" y="3180"/>
                  </a:cubicBezTo>
                  <a:cubicBezTo>
                    <a:pt x="724" y="3163"/>
                    <a:pt x="724" y="3146"/>
                    <a:pt x="724" y="3128"/>
                  </a:cubicBezTo>
                  <a:lnTo>
                    <a:pt x="724" y="768"/>
                  </a:lnTo>
                  <a:cubicBezTo>
                    <a:pt x="724" y="768"/>
                    <a:pt x="724" y="733"/>
                    <a:pt x="741" y="716"/>
                  </a:cubicBezTo>
                  <a:close/>
                  <a:moveTo>
                    <a:pt x="777" y="0"/>
                  </a:moveTo>
                  <a:cubicBezTo>
                    <a:pt x="651" y="0"/>
                    <a:pt x="527" y="31"/>
                    <a:pt x="414" y="96"/>
                  </a:cubicBezTo>
                  <a:cubicBezTo>
                    <a:pt x="155" y="233"/>
                    <a:pt x="0" y="492"/>
                    <a:pt x="0" y="768"/>
                  </a:cubicBezTo>
                  <a:lnTo>
                    <a:pt x="0" y="3128"/>
                  </a:lnTo>
                  <a:cubicBezTo>
                    <a:pt x="0" y="3421"/>
                    <a:pt x="155" y="3680"/>
                    <a:pt x="414" y="3801"/>
                  </a:cubicBezTo>
                  <a:cubicBezTo>
                    <a:pt x="517" y="3869"/>
                    <a:pt x="655" y="3904"/>
                    <a:pt x="776" y="3904"/>
                  </a:cubicBezTo>
                  <a:cubicBezTo>
                    <a:pt x="914" y="3904"/>
                    <a:pt x="1069" y="3869"/>
                    <a:pt x="1189" y="3783"/>
                  </a:cubicBezTo>
                  <a:lnTo>
                    <a:pt x="3033" y="2594"/>
                  </a:lnTo>
                  <a:cubicBezTo>
                    <a:pt x="3257" y="2456"/>
                    <a:pt x="3395" y="2215"/>
                    <a:pt x="3395" y="1957"/>
                  </a:cubicBezTo>
                  <a:cubicBezTo>
                    <a:pt x="3395" y="1681"/>
                    <a:pt x="3257" y="1440"/>
                    <a:pt x="3033" y="1302"/>
                  </a:cubicBezTo>
                  <a:lnTo>
                    <a:pt x="1189" y="113"/>
                  </a:lnTo>
                  <a:cubicBezTo>
                    <a:pt x="1061" y="40"/>
                    <a:pt x="918" y="0"/>
                    <a:pt x="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36"/>
          <p:cNvGrpSpPr/>
          <p:nvPr/>
        </p:nvGrpSpPr>
        <p:grpSpPr>
          <a:xfrm>
            <a:off x="7128054" y="1274275"/>
            <a:ext cx="360794" cy="360440"/>
            <a:chOff x="4674088" y="3809675"/>
            <a:chExt cx="458850" cy="458400"/>
          </a:xfrm>
        </p:grpSpPr>
        <p:sp>
          <p:nvSpPr>
            <p:cNvPr id="392" name="Google Shape;392;p36"/>
            <p:cNvSpPr/>
            <p:nvPr/>
          </p:nvSpPr>
          <p:spPr>
            <a:xfrm>
              <a:off x="5037713" y="4114250"/>
              <a:ext cx="18100" cy="17700"/>
            </a:xfrm>
            <a:custGeom>
              <a:rect b="b" l="l" r="r" t="t"/>
              <a:pathLst>
                <a:path extrusionOk="0" h="708" w="724">
                  <a:moveTo>
                    <a:pt x="362" y="1"/>
                  </a:moveTo>
                  <a:cubicBezTo>
                    <a:pt x="276" y="1"/>
                    <a:pt x="173" y="35"/>
                    <a:pt x="104" y="104"/>
                  </a:cubicBezTo>
                  <a:cubicBezTo>
                    <a:pt x="35" y="156"/>
                    <a:pt x="0" y="259"/>
                    <a:pt x="0" y="346"/>
                  </a:cubicBezTo>
                  <a:cubicBezTo>
                    <a:pt x="0" y="449"/>
                    <a:pt x="35" y="535"/>
                    <a:pt x="104" y="604"/>
                  </a:cubicBezTo>
                  <a:cubicBezTo>
                    <a:pt x="173" y="673"/>
                    <a:pt x="276" y="707"/>
                    <a:pt x="362" y="707"/>
                  </a:cubicBezTo>
                  <a:cubicBezTo>
                    <a:pt x="448" y="707"/>
                    <a:pt x="552" y="673"/>
                    <a:pt x="621" y="604"/>
                  </a:cubicBezTo>
                  <a:cubicBezTo>
                    <a:pt x="690" y="535"/>
                    <a:pt x="724" y="449"/>
                    <a:pt x="724" y="346"/>
                  </a:cubicBezTo>
                  <a:cubicBezTo>
                    <a:pt x="724" y="259"/>
                    <a:pt x="690" y="156"/>
                    <a:pt x="621" y="104"/>
                  </a:cubicBezTo>
                  <a:cubicBezTo>
                    <a:pt x="552" y="35"/>
                    <a:pt x="448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4751213" y="3809675"/>
              <a:ext cx="304600" cy="458400"/>
            </a:xfrm>
            <a:custGeom>
              <a:rect b="b" l="l" r="r" t="t"/>
              <a:pathLst>
                <a:path extrusionOk="0" h="18336" w="12184">
                  <a:moveTo>
                    <a:pt x="1793" y="1"/>
                  </a:moveTo>
                  <a:cubicBezTo>
                    <a:pt x="793" y="1"/>
                    <a:pt x="1" y="793"/>
                    <a:pt x="1" y="1793"/>
                  </a:cubicBezTo>
                  <a:lnTo>
                    <a:pt x="1" y="16544"/>
                  </a:lnTo>
                  <a:cubicBezTo>
                    <a:pt x="1" y="17543"/>
                    <a:pt x="793" y="18336"/>
                    <a:pt x="1793" y="18336"/>
                  </a:cubicBezTo>
                  <a:lnTo>
                    <a:pt x="10392" y="18336"/>
                  </a:lnTo>
                  <a:cubicBezTo>
                    <a:pt x="11374" y="18336"/>
                    <a:pt x="12184" y="17543"/>
                    <a:pt x="12184" y="16544"/>
                  </a:cubicBezTo>
                  <a:lnTo>
                    <a:pt x="12184" y="14045"/>
                  </a:lnTo>
                  <a:cubicBezTo>
                    <a:pt x="12184" y="13838"/>
                    <a:pt x="12012" y="13683"/>
                    <a:pt x="11822" y="13683"/>
                  </a:cubicBezTo>
                  <a:cubicBezTo>
                    <a:pt x="11615" y="13683"/>
                    <a:pt x="11460" y="13838"/>
                    <a:pt x="11460" y="14045"/>
                  </a:cubicBezTo>
                  <a:lnTo>
                    <a:pt x="11460" y="16544"/>
                  </a:lnTo>
                  <a:cubicBezTo>
                    <a:pt x="11460" y="17147"/>
                    <a:pt x="10978" y="17629"/>
                    <a:pt x="10392" y="17629"/>
                  </a:cubicBezTo>
                  <a:lnTo>
                    <a:pt x="1793" y="17629"/>
                  </a:lnTo>
                  <a:cubicBezTo>
                    <a:pt x="1190" y="17629"/>
                    <a:pt x="707" y="17147"/>
                    <a:pt x="707" y="16544"/>
                  </a:cubicBezTo>
                  <a:lnTo>
                    <a:pt x="707" y="1793"/>
                  </a:lnTo>
                  <a:cubicBezTo>
                    <a:pt x="707" y="1190"/>
                    <a:pt x="1190" y="707"/>
                    <a:pt x="1793" y="707"/>
                  </a:cubicBezTo>
                  <a:lnTo>
                    <a:pt x="10392" y="707"/>
                  </a:lnTo>
                  <a:cubicBezTo>
                    <a:pt x="10978" y="707"/>
                    <a:pt x="11460" y="1190"/>
                    <a:pt x="11460" y="1793"/>
                  </a:cubicBezTo>
                  <a:lnTo>
                    <a:pt x="11460" y="10926"/>
                  </a:lnTo>
                  <a:cubicBezTo>
                    <a:pt x="11460" y="11116"/>
                    <a:pt x="11615" y="11288"/>
                    <a:pt x="11822" y="11288"/>
                  </a:cubicBezTo>
                  <a:cubicBezTo>
                    <a:pt x="12012" y="11288"/>
                    <a:pt x="12184" y="11116"/>
                    <a:pt x="12184" y="10926"/>
                  </a:cubicBezTo>
                  <a:lnTo>
                    <a:pt x="12184" y="1793"/>
                  </a:lnTo>
                  <a:cubicBezTo>
                    <a:pt x="12184" y="793"/>
                    <a:pt x="11374" y="1"/>
                    <a:pt x="10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4801188" y="4015600"/>
              <a:ext cx="204225" cy="204225"/>
            </a:xfrm>
            <a:custGeom>
              <a:rect b="b" l="l" r="r" t="t"/>
              <a:pathLst>
                <a:path extrusionOk="0" h="8169" w="8169">
                  <a:moveTo>
                    <a:pt x="4085" y="724"/>
                  </a:moveTo>
                  <a:cubicBezTo>
                    <a:pt x="5946" y="724"/>
                    <a:pt x="7462" y="2224"/>
                    <a:pt x="7462" y="4085"/>
                  </a:cubicBezTo>
                  <a:cubicBezTo>
                    <a:pt x="7462" y="5946"/>
                    <a:pt x="5946" y="7462"/>
                    <a:pt x="4085" y="7462"/>
                  </a:cubicBezTo>
                  <a:cubicBezTo>
                    <a:pt x="2224" y="7462"/>
                    <a:pt x="724" y="5946"/>
                    <a:pt x="724" y="4085"/>
                  </a:cubicBezTo>
                  <a:cubicBezTo>
                    <a:pt x="724" y="2224"/>
                    <a:pt x="2224" y="724"/>
                    <a:pt x="4085" y="724"/>
                  </a:cubicBezTo>
                  <a:close/>
                  <a:moveTo>
                    <a:pt x="4085" y="1"/>
                  </a:moveTo>
                  <a:cubicBezTo>
                    <a:pt x="1844" y="1"/>
                    <a:pt x="1" y="1827"/>
                    <a:pt x="1" y="4085"/>
                  </a:cubicBezTo>
                  <a:cubicBezTo>
                    <a:pt x="1" y="6342"/>
                    <a:pt x="1844" y="8169"/>
                    <a:pt x="4085" y="8169"/>
                  </a:cubicBezTo>
                  <a:cubicBezTo>
                    <a:pt x="6342" y="8169"/>
                    <a:pt x="8169" y="6342"/>
                    <a:pt x="8169" y="4085"/>
                  </a:cubicBezTo>
                  <a:cubicBezTo>
                    <a:pt x="8169" y="1827"/>
                    <a:pt x="6342" y="1"/>
                    <a:pt x="4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4847713" y="4062125"/>
              <a:ext cx="111175" cy="111175"/>
            </a:xfrm>
            <a:custGeom>
              <a:rect b="b" l="l" r="r" t="t"/>
              <a:pathLst>
                <a:path extrusionOk="0" h="4447" w="4447">
                  <a:moveTo>
                    <a:pt x="2224" y="725"/>
                  </a:moveTo>
                  <a:cubicBezTo>
                    <a:pt x="3051" y="725"/>
                    <a:pt x="3740" y="1397"/>
                    <a:pt x="3740" y="2224"/>
                  </a:cubicBezTo>
                  <a:cubicBezTo>
                    <a:pt x="3740" y="3051"/>
                    <a:pt x="3051" y="3723"/>
                    <a:pt x="2224" y="3723"/>
                  </a:cubicBezTo>
                  <a:cubicBezTo>
                    <a:pt x="1396" y="3723"/>
                    <a:pt x="724" y="3051"/>
                    <a:pt x="724" y="2224"/>
                  </a:cubicBezTo>
                  <a:cubicBezTo>
                    <a:pt x="724" y="1397"/>
                    <a:pt x="1396" y="725"/>
                    <a:pt x="2224" y="725"/>
                  </a:cubicBezTo>
                  <a:close/>
                  <a:moveTo>
                    <a:pt x="2224" y="1"/>
                  </a:moveTo>
                  <a:cubicBezTo>
                    <a:pt x="1000" y="1"/>
                    <a:pt x="1" y="1000"/>
                    <a:pt x="1" y="2224"/>
                  </a:cubicBezTo>
                  <a:cubicBezTo>
                    <a:pt x="1" y="3447"/>
                    <a:pt x="1000" y="4447"/>
                    <a:pt x="2224" y="4447"/>
                  </a:cubicBezTo>
                  <a:cubicBezTo>
                    <a:pt x="3447" y="4447"/>
                    <a:pt x="4447" y="3447"/>
                    <a:pt x="4447" y="2224"/>
                  </a:cubicBezTo>
                  <a:cubicBezTo>
                    <a:pt x="4447" y="1000"/>
                    <a:pt x="3447" y="1"/>
                    <a:pt x="2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4835213" y="3845425"/>
              <a:ext cx="136175" cy="136175"/>
            </a:xfrm>
            <a:custGeom>
              <a:rect b="b" l="l" r="r" t="t"/>
              <a:pathLst>
                <a:path extrusionOk="0" h="5447" w="5447">
                  <a:moveTo>
                    <a:pt x="2724" y="707"/>
                  </a:moveTo>
                  <a:cubicBezTo>
                    <a:pt x="3827" y="707"/>
                    <a:pt x="4740" y="1621"/>
                    <a:pt x="4740" y="2724"/>
                  </a:cubicBezTo>
                  <a:cubicBezTo>
                    <a:pt x="4740" y="3826"/>
                    <a:pt x="3827" y="4723"/>
                    <a:pt x="2724" y="4723"/>
                  </a:cubicBezTo>
                  <a:cubicBezTo>
                    <a:pt x="1621" y="4723"/>
                    <a:pt x="725" y="3826"/>
                    <a:pt x="725" y="2724"/>
                  </a:cubicBezTo>
                  <a:cubicBezTo>
                    <a:pt x="725" y="1621"/>
                    <a:pt x="1621" y="707"/>
                    <a:pt x="2724" y="707"/>
                  </a:cubicBezTo>
                  <a:close/>
                  <a:moveTo>
                    <a:pt x="2724" y="1"/>
                  </a:moveTo>
                  <a:cubicBezTo>
                    <a:pt x="1224" y="1"/>
                    <a:pt x="1" y="1224"/>
                    <a:pt x="1" y="2724"/>
                  </a:cubicBezTo>
                  <a:cubicBezTo>
                    <a:pt x="1" y="4223"/>
                    <a:pt x="1224" y="5446"/>
                    <a:pt x="2724" y="5446"/>
                  </a:cubicBezTo>
                  <a:cubicBezTo>
                    <a:pt x="4223" y="5446"/>
                    <a:pt x="5446" y="4223"/>
                    <a:pt x="5446" y="2724"/>
                  </a:cubicBezTo>
                  <a:cubicBezTo>
                    <a:pt x="5446" y="1224"/>
                    <a:pt x="4223" y="1"/>
                    <a:pt x="2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4894238" y="4108650"/>
              <a:ext cx="18125" cy="18125"/>
            </a:xfrm>
            <a:custGeom>
              <a:rect b="b" l="l" r="r" t="t"/>
              <a:pathLst>
                <a:path extrusionOk="0" h="725" w="725">
                  <a:moveTo>
                    <a:pt x="363" y="1"/>
                  </a:moveTo>
                  <a:cubicBezTo>
                    <a:pt x="276" y="1"/>
                    <a:pt x="173" y="53"/>
                    <a:pt x="121" y="104"/>
                  </a:cubicBezTo>
                  <a:cubicBezTo>
                    <a:pt x="52" y="173"/>
                    <a:pt x="1" y="277"/>
                    <a:pt x="1" y="363"/>
                  </a:cubicBezTo>
                  <a:cubicBezTo>
                    <a:pt x="1" y="466"/>
                    <a:pt x="52" y="552"/>
                    <a:pt x="121" y="621"/>
                  </a:cubicBezTo>
                  <a:cubicBezTo>
                    <a:pt x="173" y="690"/>
                    <a:pt x="276" y="725"/>
                    <a:pt x="363" y="725"/>
                  </a:cubicBezTo>
                  <a:cubicBezTo>
                    <a:pt x="466" y="725"/>
                    <a:pt x="552" y="690"/>
                    <a:pt x="621" y="621"/>
                  </a:cubicBezTo>
                  <a:cubicBezTo>
                    <a:pt x="690" y="552"/>
                    <a:pt x="725" y="466"/>
                    <a:pt x="725" y="363"/>
                  </a:cubicBezTo>
                  <a:cubicBezTo>
                    <a:pt x="725" y="277"/>
                    <a:pt x="690" y="173"/>
                    <a:pt x="621" y="104"/>
                  </a:cubicBezTo>
                  <a:cubicBezTo>
                    <a:pt x="552" y="53"/>
                    <a:pt x="466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4876588" y="3886350"/>
              <a:ext cx="53875" cy="53875"/>
            </a:xfrm>
            <a:custGeom>
              <a:rect b="b" l="l" r="r" t="t"/>
              <a:pathLst>
                <a:path extrusionOk="0" h="2155" w="2155">
                  <a:moveTo>
                    <a:pt x="1069" y="725"/>
                  </a:moveTo>
                  <a:cubicBezTo>
                    <a:pt x="1275" y="725"/>
                    <a:pt x="1431" y="880"/>
                    <a:pt x="1431" y="1087"/>
                  </a:cubicBezTo>
                  <a:cubicBezTo>
                    <a:pt x="1431" y="1276"/>
                    <a:pt x="1275" y="1448"/>
                    <a:pt x="1069" y="1448"/>
                  </a:cubicBezTo>
                  <a:cubicBezTo>
                    <a:pt x="879" y="1448"/>
                    <a:pt x="707" y="1276"/>
                    <a:pt x="707" y="1087"/>
                  </a:cubicBezTo>
                  <a:cubicBezTo>
                    <a:pt x="707" y="880"/>
                    <a:pt x="879" y="725"/>
                    <a:pt x="1069" y="725"/>
                  </a:cubicBezTo>
                  <a:close/>
                  <a:moveTo>
                    <a:pt x="1069" y="1"/>
                  </a:moveTo>
                  <a:cubicBezTo>
                    <a:pt x="483" y="1"/>
                    <a:pt x="0" y="483"/>
                    <a:pt x="0" y="1087"/>
                  </a:cubicBezTo>
                  <a:cubicBezTo>
                    <a:pt x="0" y="1672"/>
                    <a:pt x="483" y="2155"/>
                    <a:pt x="1069" y="2155"/>
                  </a:cubicBezTo>
                  <a:cubicBezTo>
                    <a:pt x="1672" y="2155"/>
                    <a:pt x="2154" y="1672"/>
                    <a:pt x="2154" y="1087"/>
                  </a:cubicBezTo>
                  <a:cubicBezTo>
                    <a:pt x="2154" y="483"/>
                    <a:pt x="1672" y="1"/>
                    <a:pt x="10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4709863" y="4023350"/>
              <a:ext cx="18100" cy="56900"/>
            </a:xfrm>
            <a:custGeom>
              <a:rect b="b" l="l" r="r" t="t"/>
              <a:pathLst>
                <a:path extrusionOk="0" h="2276" w="724">
                  <a:moveTo>
                    <a:pt x="362" y="1"/>
                  </a:moveTo>
                  <a:cubicBezTo>
                    <a:pt x="155" y="1"/>
                    <a:pt x="0" y="173"/>
                    <a:pt x="0" y="363"/>
                  </a:cubicBezTo>
                  <a:lnTo>
                    <a:pt x="0" y="1914"/>
                  </a:lnTo>
                  <a:cubicBezTo>
                    <a:pt x="0" y="2103"/>
                    <a:pt x="155" y="2276"/>
                    <a:pt x="362" y="2276"/>
                  </a:cubicBezTo>
                  <a:cubicBezTo>
                    <a:pt x="552" y="2276"/>
                    <a:pt x="724" y="2103"/>
                    <a:pt x="724" y="1914"/>
                  </a:cubicBezTo>
                  <a:lnTo>
                    <a:pt x="724" y="363"/>
                  </a:lnTo>
                  <a:cubicBezTo>
                    <a:pt x="724" y="173"/>
                    <a:pt x="552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4709863" y="3987175"/>
              <a:ext cx="18100" cy="18125"/>
            </a:xfrm>
            <a:custGeom>
              <a:rect b="b" l="l" r="r" t="t"/>
              <a:pathLst>
                <a:path extrusionOk="0" h="725" w="724">
                  <a:moveTo>
                    <a:pt x="362" y="0"/>
                  </a:moveTo>
                  <a:cubicBezTo>
                    <a:pt x="259" y="0"/>
                    <a:pt x="173" y="35"/>
                    <a:pt x="104" y="104"/>
                  </a:cubicBezTo>
                  <a:cubicBezTo>
                    <a:pt x="35" y="173"/>
                    <a:pt x="0" y="259"/>
                    <a:pt x="0" y="362"/>
                  </a:cubicBezTo>
                  <a:cubicBezTo>
                    <a:pt x="0" y="448"/>
                    <a:pt x="35" y="552"/>
                    <a:pt x="104" y="603"/>
                  </a:cubicBezTo>
                  <a:cubicBezTo>
                    <a:pt x="173" y="672"/>
                    <a:pt x="259" y="724"/>
                    <a:pt x="362" y="724"/>
                  </a:cubicBezTo>
                  <a:cubicBezTo>
                    <a:pt x="448" y="724"/>
                    <a:pt x="552" y="672"/>
                    <a:pt x="621" y="603"/>
                  </a:cubicBezTo>
                  <a:cubicBezTo>
                    <a:pt x="672" y="552"/>
                    <a:pt x="724" y="448"/>
                    <a:pt x="724" y="362"/>
                  </a:cubicBezTo>
                  <a:cubicBezTo>
                    <a:pt x="724" y="259"/>
                    <a:pt x="672" y="173"/>
                    <a:pt x="621" y="104"/>
                  </a:cubicBezTo>
                  <a:cubicBezTo>
                    <a:pt x="552" y="35"/>
                    <a:pt x="448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4674088" y="3957450"/>
              <a:ext cx="18125" cy="162875"/>
            </a:xfrm>
            <a:custGeom>
              <a:rect b="b" l="l" r="r" t="t"/>
              <a:pathLst>
                <a:path extrusionOk="0" h="6515" w="725">
                  <a:moveTo>
                    <a:pt x="363" y="0"/>
                  </a:moveTo>
                  <a:cubicBezTo>
                    <a:pt x="156" y="0"/>
                    <a:pt x="1" y="155"/>
                    <a:pt x="1" y="362"/>
                  </a:cubicBezTo>
                  <a:lnTo>
                    <a:pt x="1" y="6152"/>
                  </a:lnTo>
                  <a:cubicBezTo>
                    <a:pt x="1" y="6342"/>
                    <a:pt x="156" y="6514"/>
                    <a:pt x="363" y="6514"/>
                  </a:cubicBezTo>
                  <a:cubicBezTo>
                    <a:pt x="552" y="6514"/>
                    <a:pt x="725" y="6342"/>
                    <a:pt x="725" y="6152"/>
                  </a:cubicBezTo>
                  <a:lnTo>
                    <a:pt x="725" y="362"/>
                  </a:lnTo>
                  <a:cubicBezTo>
                    <a:pt x="725" y="155"/>
                    <a:pt x="552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5079063" y="3984150"/>
              <a:ext cx="17700" cy="96100"/>
            </a:xfrm>
            <a:custGeom>
              <a:rect b="b" l="l" r="r" t="t"/>
              <a:pathLst>
                <a:path extrusionOk="0" h="3844" w="708">
                  <a:moveTo>
                    <a:pt x="362" y="1"/>
                  </a:moveTo>
                  <a:cubicBezTo>
                    <a:pt x="156" y="1"/>
                    <a:pt x="1" y="173"/>
                    <a:pt x="1" y="363"/>
                  </a:cubicBezTo>
                  <a:lnTo>
                    <a:pt x="1" y="3482"/>
                  </a:lnTo>
                  <a:cubicBezTo>
                    <a:pt x="1" y="3671"/>
                    <a:pt x="156" y="3844"/>
                    <a:pt x="362" y="3844"/>
                  </a:cubicBezTo>
                  <a:cubicBezTo>
                    <a:pt x="552" y="3844"/>
                    <a:pt x="707" y="3671"/>
                    <a:pt x="707" y="3482"/>
                  </a:cubicBezTo>
                  <a:lnTo>
                    <a:pt x="707" y="363"/>
                  </a:lnTo>
                  <a:cubicBezTo>
                    <a:pt x="707" y="173"/>
                    <a:pt x="552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5114813" y="3957450"/>
              <a:ext cx="18125" cy="162875"/>
            </a:xfrm>
            <a:custGeom>
              <a:rect b="b" l="l" r="r" t="t"/>
              <a:pathLst>
                <a:path extrusionOk="0" h="6515" w="725">
                  <a:moveTo>
                    <a:pt x="363" y="0"/>
                  </a:moveTo>
                  <a:cubicBezTo>
                    <a:pt x="156" y="0"/>
                    <a:pt x="1" y="155"/>
                    <a:pt x="1" y="362"/>
                  </a:cubicBezTo>
                  <a:lnTo>
                    <a:pt x="1" y="6152"/>
                  </a:lnTo>
                  <a:cubicBezTo>
                    <a:pt x="1" y="6342"/>
                    <a:pt x="156" y="6514"/>
                    <a:pt x="363" y="6514"/>
                  </a:cubicBezTo>
                  <a:cubicBezTo>
                    <a:pt x="552" y="6514"/>
                    <a:pt x="725" y="6342"/>
                    <a:pt x="725" y="6152"/>
                  </a:cubicBezTo>
                  <a:lnTo>
                    <a:pt x="725" y="362"/>
                  </a:lnTo>
                  <a:cubicBezTo>
                    <a:pt x="725" y="155"/>
                    <a:pt x="552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36"/>
          <p:cNvGrpSpPr/>
          <p:nvPr/>
        </p:nvGrpSpPr>
        <p:grpSpPr>
          <a:xfrm>
            <a:off x="7152129" y="3095870"/>
            <a:ext cx="312643" cy="312660"/>
            <a:chOff x="7414513" y="3180250"/>
            <a:chExt cx="458825" cy="458850"/>
          </a:xfrm>
        </p:grpSpPr>
        <p:sp>
          <p:nvSpPr>
            <p:cNvPr id="405" name="Google Shape;405;p36"/>
            <p:cNvSpPr/>
            <p:nvPr/>
          </p:nvSpPr>
          <p:spPr>
            <a:xfrm>
              <a:off x="7414513" y="3356900"/>
              <a:ext cx="458825" cy="282200"/>
            </a:xfrm>
            <a:custGeom>
              <a:rect b="b" l="l" r="r" t="t"/>
              <a:pathLst>
                <a:path extrusionOk="0" h="11288" w="18353">
                  <a:moveTo>
                    <a:pt x="9030" y="707"/>
                  </a:moveTo>
                  <a:cubicBezTo>
                    <a:pt x="11184" y="707"/>
                    <a:pt x="13131" y="2068"/>
                    <a:pt x="13872" y="4084"/>
                  </a:cubicBezTo>
                  <a:cubicBezTo>
                    <a:pt x="13920" y="4228"/>
                    <a:pt x="14057" y="4327"/>
                    <a:pt x="14214" y="4327"/>
                  </a:cubicBezTo>
                  <a:cubicBezTo>
                    <a:pt x="14226" y="4327"/>
                    <a:pt x="14239" y="4327"/>
                    <a:pt x="14251" y="4326"/>
                  </a:cubicBezTo>
                  <a:cubicBezTo>
                    <a:pt x="14320" y="4308"/>
                    <a:pt x="14389" y="4308"/>
                    <a:pt x="14441" y="4308"/>
                  </a:cubicBezTo>
                  <a:cubicBezTo>
                    <a:pt x="15475" y="4308"/>
                    <a:pt x="16302" y="5136"/>
                    <a:pt x="16302" y="6169"/>
                  </a:cubicBezTo>
                  <a:cubicBezTo>
                    <a:pt x="16302" y="6307"/>
                    <a:pt x="16285" y="6445"/>
                    <a:pt x="16268" y="6583"/>
                  </a:cubicBezTo>
                  <a:cubicBezTo>
                    <a:pt x="16216" y="6755"/>
                    <a:pt x="16319" y="6928"/>
                    <a:pt x="16474" y="6979"/>
                  </a:cubicBezTo>
                  <a:cubicBezTo>
                    <a:pt x="17181" y="7272"/>
                    <a:pt x="17646" y="7944"/>
                    <a:pt x="17646" y="8720"/>
                  </a:cubicBezTo>
                  <a:cubicBezTo>
                    <a:pt x="17646" y="9737"/>
                    <a:pt x="16802" y="10564"/>
                    <a:pt x="15768" y="10564"/>
                  </a:cubicBezTo>
                  <a:lnTo>
                    <a:pt x="3464" y="10564"/>
                  </a:lnTo>
                  <a:cubicBezTo>
                    <a:pt x="1947" y="10564"/>
                    <a:pt x="724" y="9340"/>
                    <a:pt x="724" y="7841"/>
                  </a:cubicBezTo>
                  <a:cubicBezTo>
                    <a:pt x="724" y="6325"/>
                    <a:pt x="1947" y="5101"/>
                    <a:pt x="3464" y="5101"/>
                  </a:cubicBezTo>
                  <a:lnTo>
                    <a:pt x="3619" y="5101"/>
                  </a:lnTo>
                  <a:cubicBezTo>
                    <a:pt x="3631" y="5102"/>
                    <a:pt x="3643" y="5103"/>
                    <a:pt x="3655" y="5103"/>
                  </a:cubicBezTo>
                  <a:cubicBezTo>
                    <a:pt x="3828" y="5103"/>
                    <a:pt x="3966" y="4986"/>
                    <a:pt x="3998" y="4808"/>
                  </a:cubicBezTo>
                  <a:cubicBezTo>
                    <a:pt x="4481" y="2430"/>
                    <a:pt x="6600" y="707"/>
                    <a:pt x="9030" y="707"/>
                  </a:cubicBezTo>
                  <a:close/>
                  <a:moveTo>
                    <a:pt x="9030" y="0"/>
                  </a:moveTo>
                  <a:cubicBezTo>
                    <a:pt x="7686" y="0"/>
                    <a:pt x="6359" y="466"/>
                    <a:pt x="5308" y="1327"/>
                  </a:cubicBezTo>
                  <a:cubicBezTo>
                    <a:pt x="4360" y="2120"/>
                    <a:pt x="3671" y="3188"/>
                    <a:pt x="3360" y="4377"/>
                  </a:cubicBezTo>
                  <a:cubicBezTo>
                    <a:pt x="1499" y="4429"/>
                    <a:pt x="0" y="5963"/>
                    <a:pt x="0" y="7841"/>
                  </a:cubicBezTo>
                  <a:cubicBezTo>
                    <a:pt x="0" y="9737"/>
                    <a:pt x="1551" y="11288"/>
                    <a:pt x="3464" y="11288"/>
                  </a:cubicBezTo>
                  <a:lnTo>
                    <a:pt x="15768" y="11288"/>
                  </a:lnTo>
                  <a:cubicBezTo>
                    <a:pt x="17198" y="11288"/>
                    <a:pt x="18353" y="10133"/>
                    <a:pt x="18353" y="8720"/>
                  </a:cubicBezTo>
                  <a:cubicBezTo>
                    <a:pt x="18353" y="7755"/>
                    <a:pt x="17836" y="6893"/>
                    <a:pt x="17009" y="6445"/>
                  </a:cubicBezTo>
                  <a:cubicBezTo>
                    <a:pt x="17026" y="6359"/>
                    <a:pt x="17026" y="6256"/>
                    <a:pt x="17026" y="6169"/>
                  </a:cubicBezTo>
                  <a:cubicBezTo>
                    <a:pt x="17026" y="4739"/>
                    <a:pt x="15871" y="3585"/>
                    <a:pt x="14441" y="3585"/>
                  </a:cubicBezTo>
                  <a:cubicBezTo>
                    <a:pt x="14027" y="2585"/>
                    <a:pt x="13338" y="1723"/>
                    <a:pt x="12425" y="1069"/>
                  </a:cubicBezTo>
                  <a:cubicBezTo>
                    <a:pt x="11443" y="362"/>
                    <a:pt x="10271" y="0"/>
                    <a:pt x="9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7544613" y="3405500"/>
              <a:ext cx="67650" cy="78950"/>
            </a:xfrm>
            <a:custGeom>
              <a:rect b="b" l="l" r="r" t="t"/>
              <a:pathLst>
                <a:path extrusionOk="0" h="3158" w="2706">
                  <a:moveTo>
                    <a:pt x="2297" y="1"/>
                  </a:moveTo>
                  <a:cubicBezTo>
                    <a:pt x="2242" y="1"/>
                    <a:pt x="2188" y="13"/>
                    <a:pt x="2137" y="38"/>
                  </a:cubicBezTo>
                  <a:cubicBezTo>
                    <a:pt x="1069" y="555"/>
                    <a:pt x="276" y="1554"/>
                    <a:pt x="52" y="2726"/>
                  </a:cubicBezTo>
                  <a:cubicBezTo>
                    <a:pt x="0" y="2916"/>
                    <a:pt x="121" y="3105"/>
                    <a:pt x="328" y="3157"/>
                  </a:cubicBezTo>
                  <a:lnTo>
                    <a:pt x="397" y="3157"/>
                  </a:lnTo>
                  <a:cubicBezTo>
                    <a:pt x="569" y="3157"/>
                    <a:pt x="707" y="3036"/>
                    <a:pt x="741" y="2864"/>
                  </a:cubicBezTo>
                  <a:cubicBezTo>
                    <a:pt x="948" y="1916"/>
                    <a:pt x="1586" y="1106"/>
                    <a:pt x="2447" y="676"/>
                  </a:cubicBezTo>
                  <a:cubicBezTo>
                    <a:pt x="2637" y="589"/>
                    <a:pt x="2706" y="383"/>
                    <a:pt x="2620" y="193"/>
                  </a:cubicBezTo>
                  <a:cubicBezTo>
                    <a:pt x="2559" y="71"/>
                    <a:pt x="2429" y="1"/>
                    <a:pt x="2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7630763" y="3396525"/>
              <a:ext cx="18550" cy="18125"/>
            </a:xfrm>
            <a:custGeom>
              <a:rect b="b" l="l" r="r" t="t"/>
              <a:pathLst>
                <a:path extrusionOk="0" h="725" w="742">
                  <a:moveTo>
                    <a:pt x="363" y="1"/>
                  </a:moveTo>
                  <a:cubicBezTo>
                    <a:pt x="173" y="1"/>
                    <a:pt x="1" y="156"/>
                    <a:pt x="1" y="363"/>
                  </a:cubicBezTo>
                  <a:cubicBezTo>
                    <a:pt x="1" y="552"/>
                    <a:pt x="173" y="724"/>
                    <a:pt x="363" y="724"/>
                  </a:cubicBezTo>
                  <a:lnTo>
                    <a:pt x="380" y="724"/>
                  </a:lnTo>
                  <a:cubicBezTo>
                    <a:pt x="587" y="724"/>
                    <a:pt x="742" y="552"/>
                    <a:pt x="742" y="363"/>
                  </a:cubicBezTo>
                  <a:cubicBezTo>
                    <a:pt x="742" y="156"/>
                    <a:pt x="587" y="1"/>
                    <a:pt x="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7753988" y="3180350"/>
              <a:ext cx="119350" cy="142975"/>
            </a:xfrm>
            <a:custGeom>
              <a:rect b="b" l="l" r="r" t="t"/>
              <a:pathLst>
                <a:path extrusionOk="0" h="5719" w="4774">
                  <a:moveTo>
                    <a:pt x="2775" y="859"/>
                  </a:moveTo>
                  <a:cubicBezTo>
                    <a:pt x="3447" y="1100"/>
                    <a:pt x="4067" y="1479"/>
                    <a:pt x="4067" y="1737"/>
                  </a:cubicBezTo>
                  <a:lnTo>
                    <a:pt x="4067" y="2375"/>
                  </a:lnTo>
                  <a:cubicBezTo>
                    <a:pt x="3912" y="2272"/>
                    <a:pt x="3757" y="2185"/>
                    <a:pt x="3568" y="2099"/>
                  </a:cubicBezTo>
                  <a:cubicBezTo>
                    <a:pt x="3275" y="1944"/>
                    <a:pt x="2964" y="1841"/>
                    <a:pt x="2775" y="1772"/>
                  </a:cubicBezTo>
                  <a:lnTo>
                    <a:pt x="2775" y="859"/>
                  </a:lnTo>
                  <a:close/>
                  <a:moveTo>
                    <a:pt x="1551" y="3805"/>
                  </a:moveTo>
                  <a:cubicBezTo>
                    <a:pt x="1689" y="3805"/>
                    <a:pt x="1827" y="3840"/>
                    <a:pt x="1913" y="3943"/>
                  </a:cubicBezTo>
                  <a:cubicBezTo>
                    <a:pt x="1999" y="4029"/>
                    <a:pt x="2051" y="4133"/>
                    <a:pt x="2051" y="4253"/>
                  </a:cubicBezTo>
                  <a:cubicBezTo>
                    <a:pt x="2051" y="4253"/>
                    <a:pt x="2051" y="4322"/>
                    <a:pt x="2051" y="4322"/>
                  </a:cubicBezTo>
                  <a:cubicBezTo>
                    <a:pt x="2051" y="4495"/>
                    <a:pt x="1965" y="4650"/>
                    <a:pt x="1844" y="4788"/>
                  </a:cubicBezTo>
                  <a:cubicBezTo>
                    <a:pt x="1700" y="4922"/>
                    <a:pt x="1519" y="4992"/>
                    <a:pt x="1350" y="4992"/>
                  </a:cubicBezTo>
                  <a:cubicBezTo>
                    <a:pt x="1217" y="4992"/>
                    <a:pt x="1091" y="4948"/>
                    <a:pt x="1000" y="4856"/>
                  </a:cubicBezTo>
                  <a:cubicBezTo>
                    <a:pt x="776" y="4632"/>
                    <a:pt x="810" y="4253"/>
                    <a:pt x="1069" y="4012"/>
                  </a:cubicBezTo>
                  <a:cubicBezTo>
                    <a:pt x="1189" y="3874"/>
                    <a:pt x="1362" y="3805"/>
                    <a:pt x="1517" y="3805"/>
                  </a:cubicBezTo>
                  <a:close/>
                  <a:moveTo>
                    <a:pt x="2413" y="1"/>
                  </a:moveTo>
                  <a:cubicBezTo>
                    <a:pt x="2334" y="1"/>
                    <a:pt x="2252" y="33"/>
                    <a:pt x="2189" y="83"/>
                  </a:cubicBezTo>
                  <a:cubicBezTo>
                    <a:pt x="2103" y="152"/>
                    <a:pt x="2051" y="255"/>
                    <a:pt x="2051" y="359"/>
                  </a:cubicBezTo>
                  <a:lnTo>
                    <a:pt x="2051" y="3185"/>
                  </a:lnTo>
                  <a:cubicBezTo>
                    <a:pt x="1907" y="3113"/>
                    <a:pt x="1752" y="3077"/>
                    <a:pt x="1584" y="3077"/>
                  </a:cubicBezTo>
                  <a:cubicBezTo>
                    <a:pt x="1551" y="3077"/>
                    <a:pt x="1517" y="3079"/>
                    <a:pt x="1482" y="3082"/>
                  </a:cubicBezTo>
                  <a:cubicBezTo>
                    <a:pt x="1138" y="3099"/>
                    <a:pt x="810" y="3254"/>
                    <a:pt x="569" y="3495"/>
                  </a:cubicBezTo>
                  <a:cubicBezTo>
                    <a:pt x="35" y="4029"/>
                    <a:pt x="0" y="4874"/>
                    <a:pt x="483" y="5356"/>
                  </a:cubicBezTo>
                  <a:cubicBezTo>
                    <a:pt x="724" y="5597"/>
                    <a:pt x="1034" y="5718"/>
                    <a:pt x="1362" y="5718"/>
                  </a:cubicBezTo>
                  <a:cubicBezTo>
                    <a:pt x="1706" y="5718"/>
                    <a:pt x="2068" y="5563"/>
                    <a:pt x="2344" y="5287"/>
                  </a:cubicBezTo>
                  <a:cubicBezTo>
                    <a:pt x="2602" y="5029"/>
                    <a:pt x="2758" y="4701"/>
                    <a:pt x="2775" y="4357"/>
                  </a:cubicBezTo>
                  <a:cubicBezTo>
                    <a:pt x="2775" y="4322"/>
                    <a:pt x="2775" y="2530"/>
                    <a:pt x="2775" y="2530"/>
                  </a:cubicBezTo>
                  <a:cubicBezTo>
                    <a:pt x="3447" y="2771"/>
                    <a:pt x="4067" y="3150"/>
                    <a:pt x="4067" y="3409"/>
                  </a:cubicBezTo>
                  <a:cubicBezTo>
                    <a:pt x="4067" y="3616"/>
                    <a:pt x="4222" y="3771"/>
                    <a:pt x="4412" y="3771"/>
                  </a:cubicBezTo>
                  <a:cubicBezTo>
                    <a:pt x="4619" y="3771"/>
                    <a:pt x="4774" y="3616"/>
                    <a:pt x="4774" y="3409"/>
                  </a:cubicBezTo>
                  <a:lnTo>
                    <a:pt x="4774" y="1737"/>
                  </a:lnTo>
                  <a:cubicBezTo>
                    <a:pt x="4774" y="1255"/>
                    <a:pt x="4377" y="807"/>
                    <a:pt x="3568" y="428"/>
                  </a:cubicBezTo>
                  <a:cubicBezTo>
                    <a:pt x="3051" y="169"/>
                    <a:pt x="2534" y="31"/>
                    <a:pt x="2499" y="14"/>
                  </a:cubicBezTo>
                  <a:cubicBezTo>
                    <a:pt x="2471" y="5"/>
                    <a:pt x="2442" y="1"/>
                    <a:pt x="2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7805263" y="3340950"/>
              <a:ext cx="18100" cy="59475"/>
            </a:xfrm>
            <a:custGeom>
              <a:rect b="b" l="l" r="r" t="t"/>
              <a:pathLst>
                <a:path extrusionOk="0" h="2379" w="724">
                  <a:moveTo>
                    <a:pt x="362" y="1"/>
                  </a:moveTo>
                  <a:cubicBezTo>
                    <a:pt x="155" y="1"/>
                    <a:pt x="0" y="156"/>
                    <a:pt x="0" y="345"/>
                  </a:cubicBezTo>
                  <a:lnTo>
                    <a:pt x="0" y="2017"/>
                  </a:lnTo>
                  <a:cubicBezTo>
                    <a:pt x="0" y="2206"/>
                    <a:pt x="155" y="2379"/>
                    <a:pt x="362" y="2379"/>
                  </a:cubicBezTo>
                  <a:cubicBezTo>
                    <a:pt x="551" y="2379"/>
                    <a:pt x="724" y="2206"/>
                    <a:pt x="724" y="2017"/>
                  </a:cubicBezTo>
                  <a:lnTo>
                    <a:pt x="724" y="345"/>
                  </a:lnTo>
                  <a:cubicBezTo>
                    <a:pt x="724" y="156"/>
                    <a:pt x="551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7805263" y="3418075"/>
              <a:ext cx="18100" cy="18125"/>
            </a:xfrm>
            <a:custGeom>
              <a:rect b="b" l="l" r="r" t="t"/>
              <a:pathLst>
                <a:path extrusionOk="0" h="725" w="724">
                  <a:moveTo>
                    <a:pt x="362" y="0"/>
                  </a:moveTo>
                  <a:cubicBezTo>
                    <a:pt x="259" y="0"/>
                    <a:pt x="172" y="52"/>
                    <a:pt x="103" y="104"/>
                  </a:cubicBezTo>
                  <a:cubicBezTo>
                    <a:pt x="35" y="173"/>
                    <a:pt x="0" y="276"/>
                    <a:pt x="0" y="362"/>
                  </a:cubicBezTo>
                  <a:cubicBezTo>
                    <a:pt x="0" y="466"/>
                    <a:pt x="35" y="552"/>
                    <a:pt x="103" y="621"/>
                  </a:cubicBezTo>
                  <a:cubicBezTo>
                    <a:pt x="172" y="690"/>
                    <a:pt x="259" y="724"/>
                    <a:pt x="362" y="724"/>
                  </a:cubicBezTo>
                  <a:cubicBezTo>
                    <a:pt x="448" y="724"/>
                    <a:pt x="551" y="690"/>
                    <a:pt x="603" y="621"/>
                  </a:cubicBezTo>
                  <a:cubicBezTo>
                    <a:pt x="672" y="552"/>
                    <a:pt x="724" y="466"/>
                    <a:pt x="724" y="362"/>
                  </a:cubicBezTo>
                  <a:cubicBezTo>
                    <a:pt x="724" y="276"/>
                    <a:pt x="672" y="173"/>
                    <a:pt x="603" y="104"/>
                  </a:cubicBezTo>
                  <a:cubicBezTo>
                    <a:pt x="551" y="52"/>
                    <a:pt x="448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7414513" y="3180250"/>
              <a:ext cx="190425" cy="146950"/>
            </a:xfrm>
            <a:custGeom>
              <a:rect b="b" l="l" r="r" t="t"/>
              <a:pathLst>
                <a:path extrusionOk="0" h="5878" w="7617">
                  <a:moveTo>
                    <a:pt x="6342" y="725"/>
                  </a:moveTo>
                  <a:cubicBezTo>
                    <a:pt x="6635" y="725"/>
                    <a:pt x="6893" y="983"/>
                    <a:pt x="6893" y="1276"/>
                  </a:cubicBezTo>
                  <a:lnTo>
                    <a:pt x="6893" y="4619"/>
                  </a:lnTo>
                  <a:cubicBezTo>
                    <a:pt x="6893" y="4912"/>
                    <a:pt x="6635" y="5171"/>
                    <a:pt x="6342" y="5171"/>
                  </a:cubicBezTo>
                  <a:lnTo>
                    <a:pt x="1275" y="5171"/>
                  </a:lnTo>
                  <a:cubicBezTo>
                    <a:pt x="982" y="5171"/>
                    <a:pt x="724" y="4912"/>
                    <a:pt x="724" y="4619"/>
                  </a:cubicBezTo>
                  <a:lnTo>
                    <a:pt x="724" y="1276"/>
                  </a:lnTo>
                  <a:cubicBezTo>
                    <a:pt x="724" y="983"/>
                    <a:pt x="982" y="725"/>
                    <a:pt x="1275" y="725"/>
                  </a:cubicBezTo>
                  <a:close/>
                  <a:moveTo>
                    <a:pt x="1275" y="1"/>
                  </a:moveTo>
                  <a:cubicBezTo>
                    <a:pt x="586" y="1"/>
                    <a:pt x="0" y="587"/>
                    <a:pt x="0" y="1276"/>
                  </a:cubicBezTo>
                  <a:lnTo>
                    <a:pt x="0" y="4619"/>
                  </a:lnTo>
                  <a:cubicBezTo>
                    <a:pt x="0" y="5309"/>
                    <a:pt x="586" y="5877"/>
                    <a:pt x="1275" y="5877"/>
                  </a:cubicBezTo>
                  <a:lnTo>
                    <a:pt x="6342" y="5877"/>
                  </a:lnTo>
                  <a:cubicBezTo>
                    <a:pt x="7031" y="5877"/>
                    <a:pt x="7617" y="5309"/>
                    <a:pt x="7617" y="4619"/>
                  </a:cubicBezTo>
                  <a:lnTo>
                    <a:pt x="7617" y="1276"/>
                  </a:lnTo>
                  <a:cubicBezTo>
                    <a:pt x="7617" y="587"/>
                    <a:pt x="7031" y="1"/>
                    <a:pt x="6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7478263" y="3213950"/>
              <a:ext cx="69825" cy="80075"/>
            </a:xfrm>
            <a:custGeom>
              <a:rect b="b" l="l" r="r" t="t"/>
              <a:pathLst>
                <a:path extrusionOk="0" h="3203" w="2793">
                  <a:moveTo>
                    <a:pt x="724" y="738"/>
                  </a:moveTo>
                  <a:lnTo>
                    <a:pt x="2051" y="1600"/>
                  </a:lnTo>
                  <a:lnTo>
                    <a:pt x="724" y="2444"/>
                  </a:lnTo>
                  <a:lnTo>
                    <a:pt x="724" y="738"/>
                  </a:lnTo>
                  <a:close/>
                  <a:moveTo>
                    <a:pt x="681" y="1"/>
                  </a:moveTo>
                  <a:cubicBezTo>
                    <a:pt x="569" y="1"/>
                    <a:pt x="458" y="27"/>
                    <a:pt x="362" y="83"/>
                  </a:cubicBezTo>
                  <a:cubicBezTo>
                    <a:pt x="138" y="204"/>
                    <a:pt x="1" y="428"/>
                    <a:pt x="1" y="669"/>
                  </a:cubicBezTo>
                  <a:lnTo>
                    <a:pt x="1" y="2513"/>
                  </a:lnTo>
                  <a:cubicBezTo>
                    <a:pt x="1" y="2771"/>
                    <a:pt x="138" y="2996"/>
                    <a:pt x="362" y="3116"/>
                  </a:cubicBezTo>
                  <a:cubicBezTo>
                    <a:pt x="466" y="3168"/>
                    <a:pt x="569" y="3202"/>
                    <a:pt x="690" y="3202"/>
                  </a:cubicBezTo>
                  <a:cubicBezTo>
                    <a:pt x="810" y="3202"/>
                    <a:pt x="931" y="3168"/>
                    <a:pt x="1052" y="3099"/>
                  </a:cubicBezTo>
                  <a:lnTo>
                    <a:pt x="2482" y="2168"/>
                  </a:lnTo>
                  <a:cubicBezTo>
                    <a:pt x="2689" y="2048"/>
                    <a:pt x="2792" y="1824"/>
                    <a:pt x="2792" y="1600"/>
                  </a:cubicBezTo>
                  <a:cubicBezTo>
                    <a:pt x="2792" y="1358"/>
                    <a:pt x="2689" y="1152"/>
                    <a:pt x="2482" y="1031"/>
                  </a:cubicBezTo>
                  <a:lnTo>
                    <a:pt x="1052" y="100"/>
                  </a:lnTo>
                  <a:cubicBezTo>
                    <a:pt x="941" y="36"/>
                    <a:pt x="810" y="1"/>
                    <a:pt x="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7478263" y="3347425"/>
              <a:ext cx="18125" cy="76700"/>
            </a:xfrm>
            <a:custGeom>
              <a:rect b="b" l="l" r="r" t="t"/>
              <a:pathLst>
                <a:path extrusionOk="0" h="3068" w="725">
                  <a:moveTo>
                    <a:pt x="362" y="0"/>
                  </a:moveTo>
                  <a:cubicBezTo>
                    <a:pt x="156" y="0"/>
                    <a:pt x="1" y="155"/>
                    <a:pt x="1" y="362"/>
                  </a:cubicBezTo>
                  <a:lnTo>
                    <a:pt x="1" y="2723"/>
                  </a:lnTo>
                  <a:cubicBezTo>
                    <a:pt x="1" y="2912"/>
                    <a:pt x="156" y="3067"/>
                    <a:pt x="362" y="3067"/>
                  </a:cubicBezTo>
                  <a:cubicBezTo>
                    <a:pt x="552" y="3067"/>
                    <a:pt x="724" y="2912"/>
                    <a:pt x="724" y="2723"/>
                  </a:cubicBezTo>
                  <a:lnTo>
                    <a:pt x="724" y="362"/>
                  </a:lnTo>
                  <a:cubicBezTo>
                    <a:pt x="724" y="155"/>
                    <a:pt x="55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4" name="Google Shape;4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7425" y="2511188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5875" y="2933290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454" y="28942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674" y="349328"/>
            <a:ext cx="678970" cy="7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549" y="2270624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0871" y="358042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3291" y="1103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0246" y="4202795"/>
            <a:ext cx="1508977" cy="1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7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ΒΑΣΙΚΕΣ ΑΡΧΕΣ ΣΤΗΝ </a:t>
            </a:r>
            <a:r>
              <a:rPr lang="en"/>
              <a:t>ΚΑΤΑΣΚΕΥΗ</a:t>
            </a:r>
            <a:r>
              <a:rPr lang="en"/>
              <a:t> VIDEO </a:t>
            </a:r>
            <a:endParaRPr/>
          </a:p>
        </p:txBody>
      </p:sp>
      <p:sp>
        <p:nvSpPr>
          <p:cNvPr id="427" name="Google Shape;427;p37"/>
          <p:cNvSpPr txBox="1"/>
          <p:nvPr>
            <p:ph idx="1" type="subTitle"/>
          </p:nvPr>
        </p:nvSpPr>
        <p:spPr>
          <a:xfrm>
            <a:off x="2384000" y="1712250"/>
            <a:ext cx="18573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51C75"/>
                </a:solidFill>
                <a:latin typeface="Russo One"/>
                <a:ea typeface="Russo One"/>
                <a:cs typeface="Russo One"/>
                <a:sym typeface="Russo One"/>
              </a:rPr>
              <a:t>Επίπεδο ματιών</a:t>
            </a:r>
            <a:r>
              <a:rPr lang="en" sz="1500">
                <a:solidFill>
                  <a:srgbClr val="351C75"/>
                </a:solidFill>
                <a:latin typeface="Russo One"/>
                <a:ea typeface="Russo One"/>
                <a:cs typeface="Russo One"/>
                <a:sym typeface="Russo One"/>
              </a:rPr>
              <a:t> (EYE LEVEL)</a:t>
            </a:r>
            <a:endParaRPr b="1" sz="9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Οι πρωταγωνιστές &amp; η κάμερα βρίσκονται στο ίδιο επιπεδο - Ισότητα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7"/>
          <p:cNvSpPr txBox="1"/>
          <p:nvPr>
            <p:ph idx="2" type="title"/>
          </p:nvPr>
        </p:nvSpPr>
        <p:spPr>
          <a:xfrm>
            <a:off x="2651525" y="1032075"/>
            <a:ext cx="28131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ΓΩΝΙΑ ΚΑΜΕΡΑΣ</a:t>
            </a:r>
            <a:endParaRPr b="1"/>
          </a:p>
        </p:txBody>
      </p:sp>
      <p:sp>
        <p:nvSpPr>
          <p:cNvPr id="429" name="Google Shape;429;p37"/>
          <p:cNvSpPr txBox="1"/>
          <p:nvPr>
            <p:ph idx="3" type="subTitle"/>
          </p:nvPr>
        </p:nvSpPr>
        <p:spPr>
          <a:xfrm>
            <a:off x="5545075" y="4063700"/>
            <a:ext cx="3598800" cy="8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351C75"/>
                </a:solidFill>
                <a:latin typeface="Russo One"/>
                <a:ea typeface="Russo One"/>
                <a:cs typeface="Russo One"/>
                <a:sym typeface="Russo One"/>
              </a:rPr>
              <a:t>Ψ</a:t>
            </a:r>
            <a:r>
              <a:rPr lang="en" sz="2100">
                <a:solidFill>
                  <a:srgbClr val="351C75"/>
                </a:solidFill>
                <a:latin typeface="Russo One"/>
                <a:ea typeface="Russo One"/>
                <a:cs typeface="Russo One"/>
                <a:sym typeface="Russo One"/>
              </a:rPr>
              <a:t>ηλή γωνία</a:t>
            </a:r>
            <a:r>
              <a:rPr lang="en" sz="1500">
                <a:solidFill>
                  <a:srgbClr val="351C75"/>
                </a:solidFill>
                <a:latin typeface="Russo One"/>
                <a:ea typeface="Russo One"/>
                <a:cs typeface="Russo One"/>
                <a:sym typeface="Russo One"/>
              </a:rPr>
              <a:t> (high camera angle)</a:t>
            </a:r>
            <a:endParaRPr sz="1500">
              <a:solidFill>
                <a:srgbClr val="351C75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Εξουσία &amp; κυριαρχία του θεατή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 txBox="1"/>
          <p:nvPr>
            <p:ph idx="4" type="title"/>
          </p:nvPr>
        </p:nvSpPr>
        <p:spPr>
          <a:xfrm>
            <a:off x="4719225" y="2737674"/>
            <a:ext cx="3824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</a:rPr>
              <a:t>Χαμηλή γωνία</a:t>
            </a:r>
            <a:r>
              <a:rPr lang="en" sz="1500">
                <a:solidFill>
                  <a:srgbClr val="351C75"/>
                </a:solidFill>
              </a:rPr>
              <a:t> (low camera angle)</a:t>
            </a:r>
            <a:endParaRPr sz="1500">
              <a:solidFill>
                <a:srgbClr val="351C7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Εξουσία &amp; </a:t>
            </a:r>
            <a:r>
              <a:rPr lang="en" sz="1500"/>
              <a:t>κυριαρχία του πρωταγωνιστή</a:t>
            </a:r>
            <a:endParaRPr sz="1500"/>
          </a:p>
        </p:txBody>
      </p:sp>
      <p:pic>
        <p:nvPicPr>
          <p:cNvPr id="431" name="Google Shape;43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34461" y="22706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3311" y="343036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1179" y="334816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46413" y="12476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65575" y="3566394"/>
            <a:ext cx="2699052" cy="13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189899" y="2709000"/>
            <a:ext cx="1979251" cy="1044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0875" y="1300587"/>
            <a:ext cx="1918274" cy="125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>
            <p:ph type="title"/>
          </p:nvPr>
        </p:nvSpPr>
        <p:spPr>
          <a:xfrm>
            <a:off x="714300" y="430675"/>
            <a:ext cx="82911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ΑΠΟΣΤΑΣΗ ΚΑΜΕΡΑΣ    CAMERA DISTANCE </a:t>
            </a:r>
            <a:endParaRPr/>
          </a:p>
        </p:txBody>
      </p:sp>
      <p:sp>
        <p:nvSpPr>
          <p:cNvPr id="443" name="Google Shape;443;p38"/>
          <p:cNvSpPr txBox="1"/>
          <p:nvPr>
            <p:ph idx="2" type="title"/>
          </p:nvPr>
        </p:nvSpPr>
        <p:spPr>
          <a:xfrm>
            <a:off x="4114875" y="1041700"/>
            <a:ext cx="3676500" cy="11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Μακρινή λήψη Long shot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Ενσωμάτωση πρωταγωνιστή στο τοπίο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Έμφαση στο περιβάλλον</a:t>
            </a:r>
            <a:endParaRPr sz="1700"/>
          </a:p>
        </p:txBody>
      </p:sp>
      <p:sp>
        <p:nvSpPr>
          <p:cNvPr id="444" name="Google Shape;444;p38"/>
          <p:cNvSpPr txBox="1"/>
          <p:nvPr>
            <p:ph idx="4" type="title"/>
          </p:nvPr>
        </p:nvSpPr>
        <p:spPr>
          <a:xfrm>
            <a:off x="455775" y="3710800"/>
            <a:ext cx="4367400" cy="11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Κοντι</a:t>
            </a:r>
            <a:r>
              <a:rPr lang="en"/>
              <a:t>νή λήψη Close up 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Κοντινό πλάνο: πρόσωπο + (σπάνια) ώμοι </a:t>
            </a:r>
            <a:endParaRPr sz="1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Επικέντρωση σε όσα λέει και αισθάνεται ο πρωταγωνιστής - Ενσυναίσθηση</a:t>
            </a:r>
            <a:endParaRPr sz="1700"/>
          </a:p>
        </p:txBody>
      </p:sp>
      <p:pic>
        <p:nvPicPr>
          <p:cNvPr id="445" name="Google Shape;4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350" y="2820175"/>
            <a:ext cx="3786699" cy="213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688" y="1041700"/>
            <a:ext cx="2773575" cy="1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/>
        </p:nvSpPr>
        <p:spPr>
          <a:xfrm>
            <a:off x="177175" y="134900"/>
            <a:ext cx="8448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ΑΠΟΣΤΑΣΗ ΚΑΜΕΡΑΣ    CAMERA DISTANCE </a:t>
            </a:r>
            <a:endParaRPr/>
          </a:p>
        </p:txBody>
      </p:sp>
      <p:sp>
        <p:nvSpPr>
          <p:cNvPr id="452" name="Google Shape;452;p39"/>
          <p:cNvSpPr txBox="1"/>
          <p:nvPr/>
        </p:nvSpPr>
        <p:spPr>
          <a:xfrm>
            <a:off x="1783525" y="3321550"/>
            <a:ext cx="5476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Μεσαία</a:t>
            </a:r>
            <a:r>
              <a:rPr lang="en" sz="21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 λήψη Medium shot   </a:t>
            </a:r>
            <a:endParaRPr sz="2100">
              <a:solidFill>
                <a:schemeClr val="lt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Εμφάνιση πρωταγωνιστή μέχρι τη μέση</a:t>
            </a:r>
            <a:endParaRPr sz="1700">
              <a:solidFill>
                <a:schemeClr val="lt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Εκφράσεις προσώπου ορατές+ περιβάλλον εν μέρει  </a:t>
            </a:r>
            <a:endParaRPr sz="1700">
              <a:solidFill>
                <a:schemeClr val="lt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Συνηθισμένος τύπος λήψης</a:t>
            </a:r>
            <a:endParaRPr sz="1700">
              <a:solidFill>
                <a:schemeClr val="lt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rPr>
              <a:t>Ισορροπία μεταξύ πρωταγωνιστή και περιβάλλοντος</a:t>
            </a:r>
            <a:endParaRPr sz="1700">
              <a:solidFill>
                <a:schemeClr val="lt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453" name="Google Shape;4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124" y="879050"/>
            <a:ext cx="4342200" cy="244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/>
          <p:nvPr/>
        </p:nvSpPr>
        <p:spPr>
          <a:xfrm>
            <a:off x="1974175" y="323450"/>
            <a:ext cx="4771500" cy="1388700"/>
          </a:xfrm>
          <a:prstGeom prst="rect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0"/>
          <p:cNvSpPr txBox="1"/>
          <p:nvPr>
            <p:ph idx="1" type="subTitle"/>
          </p:nvPr>
        </p:nvSpPr>
        <p:spPr>
          <a:xfrm>
            <a:off x="2045275" y="1712150"/>
            <a:ext cx="46293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Αφορά το βλέμμα / ματιά πρωταγωνιστών</a:t>
            </a:r>
            <a:endParaRPr/>
          </a:p>
        </p:txBody>
      </p:sp>
      <p:sp>
        <p:nvSpPr>
          <p:cNvPr id="460" name="Google Shape;460;p40"/>
          <p:cNvSpPr txBox="1"/>
          <p:nvPr>
            <p:ph type="title"/>
          </p:nvPr>
        </p:nvSpPr>
        <p:spPr>
          <a:xfrm>
            <a:off x="2352625" y="487000"/>
            <a:ext cx="4018500" cy="12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Απαίτηση</a:t>
            </a:r>
            <a:r>
              <a:rPr lang="en"/>
              <a:t> και προσφορά Demand and Offer</a:t>
            </a:r>
            <a:endParaRPr/>
          </a:p>
        </p:txBody>
      </p:sp>
      <p:pic>
        <p:nvPicPr>
          <p:cNvPr id="461" name="Google Shape;4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916" y="261664"/>
            <a:ext cx="577022" cy="63706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0"/>
          <p:cNvSpPr txBox="1"/>
          <p:nvPr/>
        </p:nvSpPr>
        <p:spPr>
          <a:xfrm>
            <a:off x="67550" y="2148450"/>
            <a:ext cx="4317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Το να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κοιτάει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ο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πρωταγωνιστής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κατάματα τον θεατή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αποκαλείται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1" lang="en" sz="1500">
                <a:latin typeface="Arimo"/>
                <a:ea typeface="Arimo"/>
                <a:cs typeface="Arimo"/>
                <a:sym typeface="Arimo"/>
              </a:rPr>
              <a:t>Demand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επειδή ο χαρακτήρας απαιτεί την προσοχή του θεατή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3" name="Google Shape;463;p40"/>
          <p:cNvSpPr txBox="1"/>
          <p:nvPr/>
        </p:nvSpPr>
        <p:spPr>
          <a:xfrm>
            <a:off x="6044925" y="1855525"/>
            <a:ext cx="31197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Το να μην δημιουργεί ο πρωταγωνιστής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βλεμματική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 επαφή με τον θεατή ονομάζεται </a:t>
            </a:r>
            <a:r>
              <a:rPr b="1" lang="en" sz="1500">
                <a:latin typeface="Arimo"/>
                <a:ea typeface="Arimo"/>
                <a:cs typeface="Arimo"/>
                <a:sym typeface="Arimo"/>
              </a:rPr>
              <a:t>offer </a:t>
            </a:r>
            <a:r>
              <a:rPr lang="en">
                <a:latin typeface="Arimo"/>
                <a:ea typeface="Arimo"/>
                <a:cs typeface="Arimo"/>
                <a:sym typeface="Arimo"/>
              </a:rPr>
              <a:t>και ο θεατής έχει μεγαλύτερη αυτονομία στην παρακολούθηση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4" name="Google Shape;46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75" y="3002300"/>
            <a:ext cx="5775417" cy="21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251" y="1515643"/>
            <a:ext cx="1545600" cy="14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500" y="1076673"/>
            <a:ext cx="864125" cy="86772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1"/>
          <p:cNvSpPr txBox="1"/>
          <p:nvPr>
            <p:ph idx="1" type="subTitle"/>
          </p:nvPr>
        </p:nvSpPr>
        <p:spPr>
          <a:xfrm>
            <a:off x="615625" y="829025"/>
            <a:ext cx="24876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Πόσες γωνίες, λήψεις και είδη </a:t>
            </a:r>
            <a:r>
              <a:rPr b="1" lang="en" sz="2500"/>
              <a:t>βλέμματος</a:t>
            </a:r>
            <a:r>
              <a:rPr b="1" lang="en" sz="2500"/>
              <a:t> μπορείτε να διακρίνετε στο </a:t>
            </a:r>
            <a:r>
              <a:rPr b="1" lang="en" sz="2500"/>
              <a:t>ακόλουθο</a:t>
            </a:r>
            <a:r>
              <a:rPr b="1" lang="en" sz="2500"/>
              <a:t> video; </a:t>
            </a:r>
            <a:endParaRPr b="1" sz="2500"/>
          </a:p>
        </p:txBody>
      </p:sp>
      <p:pic>
        <p:nvPicPr>
          <p:cNvPr id="472" name="Google Shape;47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53859">
            <a:off x="6616033" y="994802"/>
            <a:ext cx="1445485" cy="16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8875" y="228200"/>
            <a:ext cx="6965125" cy="491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6250" y="-464935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5400" y="82226"/>
            <a:ext cx="1146075" cy="11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4509" y="1833623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ilda is thrilled to finally attend school, but she might be surprised to find it's not exactly what she expected...especially the school principal, the evil Miss Trunchbull!&#10;&#10;Watch Now on Google Play: https://play.google.com/store/movies/details/Matilda_1996?id=dFBYH6GHNzE&#10;&#10;Subscribe to Popcorn Playground for more of your favorite films and TV shows: https://www.youtube.com/channel/UCLuDSFqJqTx0gLNledf7Kzg&#10;&#10;Visit our site: https://www.sonypictures.com/movies/matilda&#10;&#10;About Matilda: See the world from a kid's-eye view with MATILDA, a modern fairytale that mixes hilarious humor with the magical message of love. Mrs. Doubtfire's Mara Wilson stars as Matilda, a super-smart little girl who's woefully misunderstood by her parents (Danny DeVito and Rhea Perlman), her brother, and an evil school principal. But with the help of a brave best friend and a wonderful teacher, Matilda discovers she doesn't have to get mad to get even.&#10;&#10;#KidsFilms #FamilyFilms #Matilda&#10;&#10;Matilda | First Day At School And Meeting Miss Trunchbull&#10;https://www.youtube.com/channel/UCLuDSFqJqTx0gLNledf7Kzg" id="477" name="Google Shape;477;p41" title="Matilda | First Day At School And Meeting Miss Trunchbull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7425" y="557025"/>
            <a:ext cx="4423775" cy="35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"/>
          <p:cNvSpPr txBox="1"/>
          <p:nvPr>
            <p:ph idx="1" type="subTitle"/>
          </p:nvPr>
        </p:nvSpPr>
        <p:spPr>
          <a:xfrm>
            <a:off x="714300" y="4275150"/>
            <a:ext cx="24432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Απομόνωση, Κυριαρχία,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Εγκλωβισμός, Μελαγχολία</a:t>
            </a:r>
            <a:endParaRPr/>
          </a:p>
        </p:txBody>
      </p:sp>
      <p:sp>
        <p:nvSpPr>
          <p:cNvPr id="483" name="Google Shape;483;p42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ΕΞΤΡΑ ΤΕΧΝΙΚΕΣ ΨΗΦΙΑΚΗΣ ΑΦΗΓΗΣΗΣ</a:t>
            </a:r>
            <a:endParaRPr/>
          </a:p>
        </p:txBody>
      </p:sp>
      <p:sp>
        <p:nvSpPr>
          <p:cNvPr id="484" name="Google Shape;484;p42"/>
          <p:cNvSpPr txBox="1"/>
          <p:nvPr>
            <p:ph idx="2" type="title"/>
          </p:nvPr>
        </p:nvSpPr>
        <p:spPr>
          <a:xfrm>
            <a:off x="714300" y="3611750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ΠΕΡΙΓΡΑΜΜΑΤΑ</a:t>
            </a:r>
            <a:r>
              <a:rPr lang="en"/>
              <a:t> </a:t>
            </a:r>
            <a:r>
              <a:rPr b="1" lang="en" sz="1500"/>
              <a:t>/ΣΚΙΕΣ</a:t>
            </a:r>
            <a:endParaRPr b="1" sz="1500"/>
          </a:p>
        </p:txBody>
      </p:sp>
      <p:sp>
        <p:nvSpPr>
          <p:cNvPr id="485" name="Google Shape;485;p42"/>
          <p:cNvSpPr txBox="1"/>
          <p:nvPr>
            <p:ph idx="3" type="subTitle"/>
          </p:nvPr>
        </p:nvSpPr>
        <p:spPr>
          <a:xfrm>
            <a:off x="3450750" y="4013750"/>
            <a:ext cx="26118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Συναισθήματα / διαθέσεις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Στρογγυλά σχήματα: Ζεστασιά</a:t>
            </a:r>
            <a:endParaRPr/>
          </a:p>
        </p:txBody>
      </p:sp>
      <p:sp>
        <p:nvSpPr>
          <p:cNvPr id="486" name="Google Shape;486;p42"/>
          <p:cNvSpPr txBox="1"/>
          <p:nvPr>
            <p:ph idx="4" type="title"/>
          </p:nvPr>
        </p:nvSpPr>
        <p:spPr>
          <a:xfrm>
            <a:off x="3450751" y="3702625"/>
            <a:ext cx="22425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ΜΟΡΦΕΣ/ΣΧΗΜΑΤΑ</a:t>
            </a:r>
            <a:endParaRPr b="1" sz="1500"/>
          </a:p>
        </p:txBody>
      </p:sp>
      <p:sp>
        <p:nvSpPr>
          <p:cNvPr id="487" name="Google Shape;487;p42"/>
          <p:cNvSpPr txBox="1"/>
          <p:nvPr>
            <p:ph idx="5" type="subTitle"/>
          </p:nvPr>
        </p:nvSpPr>
        <p:spPr>
          <a:xfrm>
            <a:off x="6187200" y="4094150"/>
            <a:ext cx="22425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Ανάμεσα σε χαρακτήρες και αντικείμενα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Συναισθήματα και συσχετισμοί</a:t>
            </a:r>
            <a:endParaRPr/>
          </a:p>
        </p:txBody>
      </p:sp>
      <p:sp>
        <p:nvSpPr>
          <p:cNvPr id="488" name="Google Shape;488;p42"/>
          <p:cNvSpPr txBox="1"/>
          <p:nvPr>
            <p:ph idx="6" type="title"/>
          </p:nvPr>
        </p:nvSpPr>
        <p:spPr>
          <a:xfrm>
            <a:off x="6187200" y="3720275"/>
            <a:ext cx="26457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ΔΙΑΤΑΞΗ /ΤΟΠΟΘΕΤΗΣΗ </a:t>
            </a:r>
            <a:endParaRPr b="1" sz="1500"/>
          </a:p>
        </p:txBody>
      </p:sp>
      <p:sp>
        <p:nvSpPr>
          <p:cNvPr id="489" name="Google Shape;489;p42"/>
          <p:cNvSpPr txBox="1"/>
          <p:nvPr>
            <p:ph idx="7" type="subTitle"/>
          </p:nvPr>
        </p:nvSpPr>
        <p:spPr>
          <a:xfrm>
            <a:off x="362675" y="2223050"/>
            <a:ext cx="31704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Πληροφορίες για τους ήρωες (συναισθήματα, κοινωνική θέση, ιδεολογία) </a:t>
            </a:r>
            <a:endParaRPr/>
          </a:p>
        </p:txBody>
      </p:sp>
      <p:sp>
        <p:nvSpPr>
          <p:cNvPr id="490" name="Google Shape;490;p42"/>
          <p:cNvSpPr txBox="1"/>
          <p:nvPr>
            <p:ph idx="8" type="title"/>
          </p:nvPr>
        </p:nvSpPr>
        <p:spPr>
          <a:xfrm>
            <a:off x="714300" y="1821050"/>
            <a:ext cx="22425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ΕΝΔΥΜΑΣΙΑ &amp; ΑΞΕΣΟΥΑΡ</a:t>
            </a:r>
            <a:endParaRPr b="1" sz="1500"/>
          </a:p>
        </p:txBody>
      </p:sp>
      <p:sp>
        <p:nvSpPr>
          <p:cNvPr id="491" name="Google Shape;491;p42"/>
          <p:cNvSpPr txBox="1"/>
          <p:nvPr>
            <p:ph idx="9" type="subTitle"/>
          </p:nvPr>
        </p:nvSpPr>
        <p:spPr>
          <a:xfrm>
            <a:off x="3248225" y="2064150"/>
            <a:ext cx="2645700" cy="7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Ανοιχτά χρώματα: χαρά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Σκοτεινά</a:t>
            </a:r>
            <a:r>
              <a:rPr lang="en"/>
              <a:t> χρώματα: Μελαγχολία/Ηρεμία</a:t>
            </a:r>
            <a:endParaRPr/>
          </a:p>
        </p:txBody>
      </p:sp>
      <p:sp>
        <p:nvSpPr>
          <p:cNvPr id="492" name="Google Shape;492;p42"/>
          <p:cNvSpPr txBox="1"/>
          <p:nvPr>
            <p:ph idx="13" type="title"/>
          </p:nvPr>
        </p:nvSpPr>
        <p:spPr>
          <a:xfrm>
            <a:off x="3450750" y="1803300"/>
            <a:ext cx="24432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ΧΡΩΜΑΤΑ/ΦΩΤΙΣΜΟΣ</a:t>
            </a:r>
            <a:endParaRPr b="1" sz="1500"/>
          </a:p>
        </p:txBody>
      </p:sp>
      <p:sp>
        <p:nvSpPr>
          <p:cNvPr id="493" name="Google Shape;493;p42"/>
          <p:cNvSpPr txBox="1"/>
          <p:nvPr>
            <p:ph idx="14" type="subTitle"/>
          </p:nvPr>
        </p:nvSpPr>
        <p:spPr>
          <a:xfrm>
            <a:off x="6185351" y="2263250"/>
            <a:ext cx="22425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Σκέψεις και συναισθήματα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χαρακτήρων</a:t>
            </a:r>
            <a:endParaRPr/>
          </a:p>
        </p:txBody>
      </p:sp>
      <p:sp>
        <p:nvSpPr>
          <p:cNvPr id="494" name="Google Shape;494;p42"/>
          <p:cNvSpPr txBox="1"/>
          <p:nvPr>
            <p:ph idx="15" type="title"/>
          </p:nvPr>
        </p:nvSpPr>
        <p:spPr>
          <a:xfrm>
            <a:off x="5843350" y="1784950"/>
            <a:ext cx="32043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ΕΚΦΡΑΣΕΙΣ ΠΡΟΣΩΠΟΥ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ΓΛΩΣΣΑ ΣΩΜΑΤΟΣ</a:t>
            </a:r>
            <a:r>
              <a:rPr lang="en" sz="1900"/>
              <a:t> </a:t>
            </a:r>
            <a:endParaRPr sz="1900"/>
          </a:p>
        </p:txBody>
      </p:sp>
      <p:sp>
        <p:nvSpPr>
          <p:cNvPr id="495" name="Google Shape;495;p42"/>
          <p:cNvSpPr/>
          <p:nvPr/>
        </p:nvSpPr>
        <p:spPr>
          <a:xfrm>
            <a:off x="1516650" y="11356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2"/>
          <p:cNvSpPr/>
          <p:nvPr/>
        </p:nvSpPr>
        <p:spPr>
          <a:xfrm>
            <a:off x="6989551" y="2933300"/>
            <a:ext cx="637800" cy="6378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7" name="Google Shape;497;p42"/>
          <p:cNvGrpSpPr/>
          <p:nvPr/>
        </p:nvGrpSpPr>
        <p:grpSpPr>
          <a:xfrm>
            <a:off x="1655335" y="1274112"/>
            <a:ext cx="360440" cy="360794"/>
            <a:chOff x="3989113" y="1293300"/>
            <a:chExt cx="458400" cy="458850"/>
          </a:xfrm>
        </p:grpSpPr>
        <p:sp>
          <p:nvSpPr>
            <p:cNvPr id="498" name="Google Shape;498;p42"/>
            <p:cNvSpPr/>
            <p:nvPr/>
          </p:nvSpPr>
          <p:spPr>
            <a:xfrm>
              <a:off x="4279913" y="1407050"/>
              <a:ext cx="53875" cy="53875"/>
            </a:xfrm>
            <a:custGeom>
              <a:rect b="b" l="l" r="r" t="t"/>
              <a:pathLst>
                <a:path extrusionOk="0" h="2155" w="2155">
                  <a:moveTo>
                    <a:pt x="1069" y="724"/>
                  </a:moveTo>
                  <a:cubicBezTo>
                    <a:pt x="1275" y="724"/>
                    <a:pt x="1430" y="879"/>
                    <a:pt x="1430" y="1086"/>
                  </a:cubicBezTo>
                  <a:cubicBezTo>
                    <a:pt x="1430" y="1275"/>
                    <a:pt x="1275" y="1448"/>
                    <a:pt x="1069" y="1448"/>
                  </a:cubicBezTo>
                  <a:cubicBezTo>
                    <a:pt x="879" y="1448"/>
                    <a:pt x="724" y="1275"/>
                    <a:pt x="724" y="1086"/>
                  </a:cubicBezTo>
                  <a:cubicBezTo>
                    <a:pt x="724" y="879"/>
                    <a:pt x="879" y="724"/>
                    <a:pt x="1069" y="724"/>
                  </a:cubicBezTo>
                  <a:close/>
                  <a:moveTo>
                    <a:pt x="1069" y="0"/>
                  </a:moveTo>
                  <a:cubicBezTo>
                    <a:pt x="483" y="0"/>
                    <a:pt x="0" y="483"/>
                    <a:pt x="0" y="1086"/>
                  </a:cubicBezTo>
                  <a:cubicBezTo>
                    <a:pt x="0" y="1672"/>
                    <a:pt x="483" y="2154"/>
                    <a:pt x="1069" y="2154"/>
                  </a:cubicBezTo>
                  <a:cubicBezTo>
                    <a:pt x="1672" y="2154"/>
                    <a:pt x="2154" y="1672"/>
                    <a:pt x="2154" y="1086"/>
                  </a:cubicBezTo>
                  <a:cubicBezTo>
                    <a:pt x="2154" y="483"/>
                    <a:pt x="1672" y="0"/>
                    <a:pt x="10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4244138" y="1371275"/>
              <a:ext cx="125400" cy="125400"/>
            </a:xfrm>
            <a:custGeom>
              <a:rect b="b" l="l" r="r" t="t"/>
              <a:pathLst>
                <a:path extrusionOk="0" h="5016" w="5016">
                  <a:moveTo>
                    <a:pt x="2500" y="725"/>
                  </a:moveTo>
                  <a:cubicBezTo>
                    <a:pt x="3499" y="725"/>
                    <a:pt x="4292" y="1534"/>
                    <a:pt x="4292" y="2517"/>
                  </a:cubicBezTo>
                  <a:cubicBezTo>
                    <a:pt x="4292" y="3499"/>
                    <a:pt x="3499" y="4309"/>
                    <a:pt x="2500" y="4309"/>
                  </a:cubicBezTo>
                  <a:cubicBezTo>
                    <a:pt x="1517" y="4309"/>
                    <a:pt x="725" y="3499"/>
                    <a:pt x="725" y="2517"/>
                  </a:cubicBezTo>
                  <a:cubicBezTo>
                    <a:pt x="725" y="1534"/>
                    <a:pt x="1517" y="725"/>
                    <a:pt x="2500" y="725"/>
                  </a:cubicBezTo>
                  <a:close/>
                  <a:moveTo>
                    <a:pt x="2500" y="1"/>
                  </a:moveTo>
                  <a:cubicBezTo>
                    <a:pt x="1121" y="1"/>
                    <a:pt x="1" y="1138"/>
                    <a:pt x="1" y="2517"/>
                  </a:cubicBezTo>
                  <a:cubicBezTo>
                    <a:pt x="1" y="3895"/>
                    <a:pt x="1121" y="5015"/>
                    <a:pt x="2500" y="5015"/>
                  </a:cubicBezTo>
                  <a:cubicBezTo>
                    <a:pt x="3895" y="5015"/>
                    <a:pt x="5016" y="3895"/>
                    <a:pt x="5016" y="2517"/>
                  </a:cubicBezTo>
                  <a:cubicBezTo>
                    <a:pt x="5016" y="1138"/>
                    <a:pt x="3895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4151088" y="1563425"/>
              <a:ext cx="18125" cy="18975"/>
            </a:xfrm>
            <a:custGeom>
              <a:rect b="b" l="l" r="r" t="t"/>
              <a:pathLst>
                <a:path extrusionOk="0" h="759" w="725">
                  <a:moveTo>
                    <a:pt x="363" y="0"/>
                  </a:moveTo>
                  <a:cubicBezTo>
                    <a:pt x="156" y="0"/>
                    <a:pt x="1" y="173"/>
                    <a:pt x="1" y="362"/>
                  </a:cubicBezTo>
                  <a:lnTo>
                    <a:pt x="1" y="397"/>
                  </a:lnTo>
                  <a:cubicBezTo>
                    <a:pt x="1" y="586"/>
                    <a:pt x="156" y="759"/>
                    <a:pt x="363" y="759"/>
                  </a:cubicBezTo>
                  <a:cubicBezTo>
                    <a:pt x="552" y="759"/>
                    <a:pt x="724" y="586"/>
                    <a:pt x="724" y="397"/>
                  </a:cubicBezTo>
                  <a:lnTo>
                    <a:pt x="724" y="362"/>
                  </a:lnTo>
                  <a:cubicBezTo>
                    <a:pt x="724" y="173"/>
                    <a:pt x="552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3989113" y="1307525"/>
              <a:ext cx="141325" cy="252475"/>
            </a:xfrm>
            <a:custGeom>
              <a:rect b="b" l="l" r="r" t="t"/>
              <a:pathLst>
                <a:path extrusionOk="0" h="10099" w="5653">
                  <a:moveTo>
                    <a:pt x="3895" y="0"/>
                  </a:moveTo>
                  <a:cubicBezTo>
                    <a:pt x="3800" y="0"/>
                    <a:pt x="3705" y="35"/>
                    <a:pt x="3636" y="104"/>
                  </a:cubicBezTo>
                  <a:cubicBezTo>
                    <a:pt x="3498" y="242"/>
                    <a:pt x="3498" y="466"/>
                    <a:pt x="3636" y="604"/>
                  </a:cubicBezTo>
                  <a:lnTo>
                    <a:pt x="4394" y="1362"/>
                  </a:lnTo>
                  <a:lnTo>
                    <a:pt x="2206" y="1362"/>
                  </a:lnTo>
                  <a:cubicBezTo>
                    <a:pt x="982" y="1362"/>
                    <a:pt x="0" y="2361"/>
                    <a:pt x="0" y="3585"/>
                  </a:cubicBezTo>
                  <a:lnTo>
                    <a:pt x="0" y="7876"/>
                  </a:lnTo>
                  <a:cubicBezTo>
                    <a:pt x="0" y="9099"/>
                    <a:pt x="982" y="10099"/>
                    <a:pt x="2206" y="10099"/>
                  </a:cubicBezTo>
                  <a:lnTo>
                    <a:pt x="2516" y="10099"/>
                  </a:lnTo>
                  <a:cubicBezTo>
                    <a:pt x="2706" y="10099"/>
                    <a:pt x="2878" y="9944"/>
                    <a:pt x="2878" y="9737"/>
                  </a:cubicBezTo>
                  <a:cubicBezTo>
                    <a:pt x="2878" y="9547"/>
                    <a:pt x="2706" y="9392"/>
                    <a:pt x="2516" y="9392"/>
                  </a:cubicBezTo>
                  <a:lnTo>
                    <a:pt x="2206" y="9392"/>
                  </a:lnTo>
                  <a:cubicBezTo>
                    <a:pt x="1379" y="9392"/>
                    <a:pt x="707" y="8703"/>
                    <a:pt x="707" y="7876"/>
                  </a:cubicBezTo>
                  <a:lnTo>
                    <a:pt x="707" y="3585"/>
                  </a:lnTo>
                  <a:cubicBezTo>
                    <a:pt x="707" y="2758"/>
                    <a:pt x="1379" y="2086"/>
                    <a:pt x="2206" y="2086"/>
                  </a:cubicBezTo>
                  <a:lnTo>
                    <a:pt x="4394" y="2086"/>
                  </a:lnTo>
                  <a:lnTo>
                    <a:pt x="3636" y="2844"/>
                  </a:lnTo>
                  <a:cubicBezTo>
                    <a:pt x="3498" y="2982"/>
                    <a:pt x="3498" y="3206"/>
                    <a:pt x="3636" y="3343"/>
                  </a:cubicBezTo>
                  <a:cubicBezTo>
                    <a:pt x="3705" y="3412"/>
                    <a:pt x="3809" y="3447"/>
                    <a:pt x="3895" y="3447"/>
                  </a:cubicBezTo>
                  <a:cubicBezTo>
                    <a:pt x="3981" y="3447"/>
                    <a:pt x="4084" y="3412"/>
                    <a:pt x="4153" y="3343"/>
                  </a:cubicBezTo>
                  <a:lnTo>
                    <a:pt x="5515" y="1982"/>
                  </a:lnTo>
                  <a:cubicBezTo>
                    <a:pt x="5652" y="1844"/>
                    <a:pt x="5652" y="1620"/>
                    <a:pt x="5515" y="1465"/>
                  </a:cubicBezTo>
                  <a:lnTo>
                    <a:pt x="4153" y="104"/>
                  </a:lnTo>
                  <a:cubicBezTo>
                    <a:pt x="4084" y="35"/>
                    <a:pt x="3990" y="0"/>
                    <a:pt x="38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4274738" y="1574625"/>
              <a:ext cx="124525" cy="125400"/>
            </a:xfrm>
            <a:custGeom>
              <a:rect b="b" l="l" r="r" t="t"/>
              <a:pathLst>
                <a:path extrusionOk="0" h="5016" w="4981">
                  <a:moveTo>
                    <a:pt x="4619" y="1"/>
                  </a:moveTo>
                  <a:cubicBezTo>
                    <a:pt x="4429" y="1"/>
                    <a:pt x="4257" y="156"/>
                    <a:pt x="4257" y="362"/>
                  </a:cubicBezTo>
                  <a:lnTo>
                    <a:pt x="4257" y="1431"/>
                  </a:lnTo>
                  <a:cubicBezTo>
                    <a:pt x="4257" y="2275"/>
                    <a:pt x="3585" y="2947"/>
                    <a:pt x="2758" y="2947"/>
                  </a:cubicBezTo>
                  <a:lnTo>
                    <a:pt x="1241" y="2947"/>
                  </a:lnTo>
                  <a:lnTo>
                    <a:pt x="2017" y="2172"/>
                  </a:lnTo>
                  <a:cubicBezTo>
                    <a:pt x="2154" y="2034"/>
                    <a:pt x="2154" y="1810"/>
                    <a:pt x="2017" y="1672"/>
                  </a:cubicBezTo>
                  <a:cubicBezTo>
                    <a:pt x="1948" y="1603"/>
                    <a:pt x="1857" y="1569"/>
                    <a:pt x="1765" y="1569"/>
                  </a:cubicBezTo>
                  <a:cubicBezTo>
                    <a:pt x="1672" y="1569"/>
                    <a:pt x="1577" y="1603"/>
                    <a:pt x="1500" y="1672"/>
                  </a:cubicBezTo>
                  <a:lnTo>
                    <a:pt x="138" y="3033"/>
                  </a:lnTo>
                  <a:cubicBezTo>
                    <a:pt x="0" y="3171"/>
                    <a:pt x="0" y="3395"/>
                    <a:pt x="138" y="3550"/>
                  </a:cubicBezTo>
                  <a:lnTo>
                    <a:pt x="1500" y="4912"/>
                  </a:lnTo>
                  <a:cubicBezTo>
                    <a:pt x="1586" y="4981"/>
                    <a:pt x="1672" y="5015"/>
                    <a:pt x="1758" y="5015"/>
                  </a:cubicBezTo>
                  <a:cubicBezTo>
                    <a:pt x="1844" y="5015"/>
                    <a:pt x="1948" y="4981"/>
                    <a:pt x="2017" y="4912"/>
                  </a:cubicBezTo>
                  <a:cubicBezTo>
                    <a:pt x="2154" y="4774"/>
                    <a:pt x="2154" y="4550"/>
                    <a:pt x="2017" y="4412"/>
                  </a:cubicBezTo>
                  <a:lnTo>
                    <a:pt x="1276" y="3654"/>
                  </a:lnTo>
                  <a:lnTo>
                    <a:pt x="2758" y="3654"/>
                  </a:lnTo>
                  <a:cubicBezTo>
                    <a:pt x="3981" y="3654"/>
                    <a:pt x="4981" y="2654"/>
                    <a:pt x="4981" y="1431"/>
                  </a:cubicBezTo>
                  <a:lnTo>
                    <a:pt x="4981" y="362"/>
                  </a:lnTo>
                  <a:cubicBezTo>
                    <a:pt x="4981" y="156"/>
                    <a:pt x="4825" y="1"/>
                    <a:pt x="4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4389763" y="1331650"/>
              <a:ext cx="19850" cy="18125"/>
            </a:xfrm>
            <a:custGeom>
              <a:rect b="b" l="l" r="r" t="t"/>
              <a:pathLst>
                <a:path extrusionOk="0" h="725" w="794">
                  <a:moveTo>
                    <a:pt x="397" y="0"/>
                  </a:moveTo>
                  <a:cubicBezTo>
                    <a:pt x="302" y="0"/>
                    <a:pt x="207" y="35"/>
                    <a:pt x="138" y="104"/>
                  </a:cubicBezTo>
                  <a:cubicBezTo>
                    <a:pt x="0" y="242"/>
                    <a:pt x="0" y="466"/>
                    <a:pt x="138" y="604"/>
                  </a:cubicBezTo>
                  <a:lnTo>
                    <a:pt x="156" y="621"/>
                  </a:lnTo>
                  <a:cubicBezTo>
                    <a:pt x="224" y="690"/>
                    <a:pt x="311" y="724"/>
                    <a:pt x="397" y="724"/>
                  </a:cubicBezTo>
                  <a:cubicBezTo>
                    <a:pt x="500" y="724"/>
                    <a:pt x="586" y="690"/>
                    <a:pt x="655" y="621"/>
                  </a:cubicBezTo>
                  <a:cubicBezTo>
                    <a:pt x="793" y="483"/>
                    <a:pt x="793" y="242"/>
                    <a:pt x="655" y="104"/>
                  </a:cubicBezTo>
                  <a:cubicBezTo>
                    <a:pt x="586" y="35"/>
                    <a:pt x="492" y="0"/>
                    <a:pt x="3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3989113" y="1293300"/>
              <a:ext cx="458400" cy="458850"/>
            </a:xfrm>
            <a:custGeom>
              <a:rect b="b" l="l" r="r" t="t"/>
              <a:pathLst>
                <a:path extrusionOk="0" h="18354" w="18336">
                  <a:moveTo>
                    <a:pt x="8375" y="13149"/>
                  </a:moveTo>
                  <a:cubicBezTo>
                    <a:pt x="9133" y="13149"/>
                    <a:pt x="9737" y="13769"/>
                    <a:pt x="9737" y="14510"/>
                  </a:cubicBezTo>
                  <a:cubicBezTo>
                    <a:pt x="9737" y="15269"/>
                    <a:pt x="9133" y="15889"/>
                    <a:pt x="8375" y="15889"/>
                  </a:cubicBezTo>
                  <a:cubicBezTo>
                    <a:pt x="7617" y="15889"/>
                    <a:pt x="7014" y="15269"/>
                    <a:pt x="7014" y="14510"/>
                  </a:cubicBezTo>
                  <a:cubicBezTo>
                    <a:pt x="7014" y="13769"/>
                    <a:pt x="7617" y="13149"/>
                    <a:pt x="8375" y="13149"/>
                  </a:cubicBezTo>
                  <a:close/>
                  <a:moveTo>
                    <a:pt x="2068" y="14907"/>
                  </a:moveTo>
                  <a:cubicBezTo>
                    <a:pt x="2826" y="14907"/>
                    <a:pt x="3447" y="15510"/>
                    <a:pt x="3447" y="16268"/>
                  </a:cubicBezTo>
                  <a:cubicBezTo>
                    <a:pt x="3447" y="17026"/>
                    <a:pt x="2826" y="17630"/>
                    <a:pt x="2068" y="17630"/>
                  </a:cubicBezTo>
                  <a:cubicBezTo>
                    <a:pt x="1327" y="17630"/>
                    <a:pt x="707" y="17026"/>
                    <a:pt x="707" y="16268"/>
                  </a:cubicBezTo>
                  <a:cubicBezTo>
                    <a:pt x="707" y="15510"/>
                    <a:pt x="1327" y="14907"/>
                    <a:pt x="2068" y="14907"/>
                  </a:cubicBezTo>
                  <a:close/>
                  <a:moveTo>
                    <a:pt x="12701" y="1"/>
                  </a:moveTo>
                  <a:cubicBezTo>
                    <a:pt x="9599" y="1"/>
                    <a:pt x="7083" y="2534"/>
                    <a:pt x="7083" y="5636"/>
                  </a:cubicBezTo>
                  <a:cubicBezTo>
                    <a:pt x="7083" y="6635"/>
                    <a:pt x="7341" y="7600"/>
                    <a:pt x="7841" y="8445"/>
                  </a:cubicBezTo>
                  <a:lnTo>
                    <a:pt x="3705" y="9582"/>
                  </a:lnTo>
                  <a:cubicBezTo>
                    <a:pt x="3550" y="9616"/>
                    <a:pt x="3447" y="9754"/>
                    <a:pt x="3447" y="9927"/>
                  </a:cubicBezTo>
                  <a:lnTo>
                    <a:pt x="3447" y="14700"/>
                  </a:lnTo>
                  <a:cubicBezTo>
                    <a:pt x="3068" y="14373"/>
                    <a:pt x="2602" y="14183"/>
                    <a:pt x="2068" y="14183"/>
                  </a:cubicBezTo>
                  <a:cubicBezTo>
                    <a:pt x="931" y="14183"/>
                    <a:pt x="0" y="15114"/>
                    <a:pt x="0" y="16268"/>
                  </a:cubicBezTo>
                  <a:cubicBezTo>
                    <a:pt x="0" y="17423"/>
                    <a:pt x="931" y="18353"/>
                    <a:pt x="2068" y="18353"/>
                  </a:cubicBezTo>
                  <a:cubicBezTo>
                    <a:pt x="3223" y="18353"/>
                    <a:pt x="4153" y="17423"/>
                    <a:pt x="4153" y="16268"/>
                  </a:cubicBezTo>
                  <a:lnTo>
                    <a:pt x="4153" y="12305"/>
                  </a:lnTo>
                  <a:lnTo>
                    <a:pt x="5411" y="11960"/>
                  </a:lnTo>
                  <a:cubicBezTo>
                    <a:pt x="5601" y="11908"/>
                    <a:pt x="5721" y="11702"/>
                    <a:pt x="5670" y="11512"/>
                  </a:cubicBezTo>
                  <a:cubicBezTo>
                    <a:pt x="5627" y="11355"/>
                    <a:pt x="5478" y="11257"/>
                    <a:pt x="5321" y="11257"/>
                  </a:cubicBezTo>
                  <a:cubicBezTo>
                    <a:pt x="5288" y="11257"/>
                    <a:pt x="5255" y="11262"/>
                    <a:pt x="5222" y="11271"/>
                  </a:cubicBezTo>
                  <a:lnTo>
                    <a:pt x="4153" y="11564"/>
                  </a:lnTo>
                  <a:lnTo>
                    <a:pt x="4153" y="10202"/>
                  </a:lnTo>
                  <a:lnTo>
                    <a:pt x="9737" y="8669"/>
                  </a:lnTo>
                  <a:lnTo>
                    <a:pt x="9737" y="10030"/>
                  </a:lnTo>
                  <a:lnTo>
                    <a:pt x="8168" y="10461"/>
                  </a:lnTo>
                  <a:cubicBezTo>
                    <a:pt x="7979" y="10513"/>
                    <a:pt x="7875" y="10719"/>
                    <a:pt x="7927" y="10909"/>
                  </a:cubicBezTo>
                  <a:cubicBezTo>
                    <a:pt x="7970" y="11066"/>
                    <a:pt x="8107" y="11163"/>
                    <a:pt x="8260" y="11163"/>
                  </a:cubicBezTo>
                  <a:cubicBezTo>
                    <a:pt x="8292" y="11163"/>
                    <a:pt x="8325" y="11159"/>
                    <a:pt x="8358" y="11150"/>
                  </a:cubicBezTo>
                  <a:lnTo>
                    <a:pt x="9737" y="10788"/>
                  </a:lnTo>
                  <a:lnTo>
                    <a:pt x="9737" y="12942"/>
                  </a:lnTo>
                  <a:cubicBezTo>
                    <a:pt x="9375" y="12632"/>
                    <a:pt x="8892" y="12425"/>
                    <a:pt x="8375" y="12425"/>
                  </a:cubicBezTo>
                  <a:cubicBezTo>
                    <a:pt x="7221" y="12425"/>
                    <a:pt x="6290" y="13373"/>
                    <a:pt x="6290" y="14510"/>
                  </a:cubicBezTo>
                  <a:cubicBezTo>
                    <a:pt x="6290" y="15665"/>
                    <a:pt x="7221" y="16596"/>
                    <a:pt x="8375" y="16596"/>
                  </a:cubicBezTo>
                  <a:cubicBezTo>
                    <a:pt x="9495" y="16596"/>
                    <a:pt x="10409" y="15699"/>
                    <a:pt x="10460" y="14597"/>
                  </a:cubicBezTo>
                  <a:cubicBezTo>
                    <a:pt x="10460" y="14579"/>
                    <a:pt x="10460" y="14562"/>
                    <a:pt x="10460" y="14545"/>
                  </a:cubicBezTo>
                  <a:lnTo>
                    <a:pt x="10460" y="10788"/>
                  </a:lnTo>
                  <a:cubicBezTo>
                    <a:pt x="11167" y="11098"/>
                    <a:pt x="11925" y="11271"/>
                    <a:pt x="12701" y="11271"/>
                  </a:cubicBezTo>
                  <a:cubicBezTo>
                    <a:pt x="15820" y="11271"/>
                    <a:pt x="18336" y="8738"/>
                    <a:pt x="18336" y="5636"/>
                  </a:cubicBezTo>
                  <a:cubicBezTo>
                    <a:pt x="18336" y="4619"/>
                    <a:pt x="18060" y="3620"/>
                    <a:pt x="17543" y="2758"/>
                  </a:cubicBezTo>
                  <a:cubicBezTo>
                    <a:pt x="17475" y="2645"/>
                    <a:pt x="17364" y="2584"/>
                    <a:pt x="17246" y="2584"/>
                  </a:cubicBezTo>
                  <a:cubicBezTo>
                    <a:pt x="17184" y="2584"/>
                    <a:pt x="17120" y="2601"/>
                    <a:pt x="17060" y="2637"/>
                  </a:cubicBezTo>
                  <a:cubicBezTo>
                    <a:pt x="16888" y="2723"/>
                    <a:pt x="16836" y="2947"/>
                    <a:pt x="16940" y="3120"/>
                  </a:cubicBezTo>
                  <a:cubicBezTo>
                    <a:pt x="17388" y="3878"/>
                    <a:pt x="17629" y="4740"/>
                    <a:pt x="17629" y="5636"/>
                  </a:cubicBezTo>
                  <a:cubicBezTo>
                    <a:pt x="17629" y="8341"/>
                    <a:pt x="15423" y="10547"/>
                    <a:pt x="12701" y="10547"/>
                  </a:cubicBezTo>
                  <a:cubicBezTo>
                    <a:pt x="11925" y="10547"/>
                    <a:pt x="11150" y="10357"/>
                    <a:pt x="10460" y="9996"/>
                  </a:cubicBezTo>
                  <a:lnTo>
                    <a:pt x="10460" y="8203"/>
                  </a:lnTo>
                  <a:cubicBezTo>
                    <a:pt x="10460" y="8100"/>
                    <a:pt x="10409" y="7997"/>
                    <a:pt x="10322" y="7928"/>
                  </a:cubicBezTo>
                  <a:cubicBezTo>
                    <a:pt x="10247" y="7877"/>
                    <a:pt x="10171" y="7845"/>
                    <a:pt x="10089" y="7845"/>
                  </a:cubicBezTo>
                  <a:cubicBezTo>
                    <a:pt x="10058" y="7845"/>
                    <a:pt x="10027" y="7849"/>
                    <a:pt x="9995" y="7859"/>
                  </a:cubicBezTo>
                  <a:lnTo>
                    <a:pt x="8548" y="8255"/>
                  </a:lnTo>
                  <a:cubicBezTo>
                    <a:pt x="8065" y="7480"/>
                    <a:pt x="7789" y="6566"/>
                    <a:pt x="7789" y="5636"/>
                  </a:cubicBezTo>
                  <a:cubicBezTo>
                    <a:pt x="7789" y="2930"/>
                    <a:pt x="9995" y="724"/>
                    <a:pt x="12701" y="724"/>
                  </a:cubicBezTo>
                  <a:cubicBezTo>
                    <a:pt x="13511" y="724"/>
                    <a:pt x="14269" y="897"/>
                    <a:pt x="14975" y="1276"/>
                  </a:cubicBezTo>
                  <a:cubicBezTo>
                    <a:pt x="15026" y="1301"/>
                    <a:pt x="15080" y="1313"/>
                    <a:pt x="15135" y="1313"/>
                  </a:cubicBezTo>
                  <a:cubicBezTo>
                    <a:pt x="15267" y="1313"/>
                    <a:pt x="15397" y="1243"/>
                    <a:pt x="15458" y="1121"/>
                  </a:cubicBezTo>
                  <a:cubicBezTo>
                    <a:pt x="15544" y="949"/>
                    <a:pt x="15475" y="724"/>
                    <a:pt x="15303" y="638"/>
                  </a:cubicBezTo>
                  <a:cubicBezTo>
                    <a:pt x="14510" y="225"/>
                    <a:pt x="13614" y="1"/>
                    <a:pt x="12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42"/>
          <p:cNvGrpSpPr/>
          <p:nvPr/>
        </p:nvGrpSpPr>
        <p:grpSpPr>
          <a:xfrm>
            <a:off x="7152129" y="3095870"/>
            <a:ext cx="312643" cy="312660"/>
            <a:chOff x="7414513" y="3180250"/>
            <a:chExt cx="458825" cy="458850"/>
          </a:xfrm>
        </p:grpSpPr>
        <p:sp>
          <p:nvSpPr>
            <p:cNvPr id="506" name="Google Shape;506;p42"/>
            <p:cNvSpPr/>
            <p:nvPr/>
          </p:nvSpPr>
          <p:spPr>
            <a:xfrm>
              <a:off x="7414513" y="3356900"/>
              <a:ext cx="458825" cy="282200"/>
            </a:xfrm>
            <a:custGeom>
              <a:rect b="b" l="l" r="r" t="t"/>
              <a:pathLst>
                <a:path extrusionOk="0" h="11288" w="18353">
                  <a:moveTo>
                    <a:pt x="9030" y="707"/>
                  </a:moveTo>
                  <a:cubicBezTo>
                    <a:pt x="11184" y="707"/>
                    <a:pt x="13131" y="2068"/>
                    <a:pt x="13872" y="4084"/>
                  </a:cubicBezTo>
                  <a:cubicBezTo>
                    <a:pt x="13920" y="4228"/>
                    <a:pt x="14057" y="4327"/>
                    <a:pt x="14214" y="4327"/>
                  </a:cubicBezTo>
                  <a:cubicBezTo>
                    <a:pt x="14226" y="4327"/>
                    <a:pt x="14239" y="4327"/>
                    <a:pt x="14251" y="4326"/>
                  </a:cubicBezTo>
                  <a:cubicBezTo>
                    <a:pt x="14320" y="4308"/>
                    <a:pt x="14389" y="4308"/>
                    <a:pt x="14441" y="4308"/>
                  </a:cubicBezTo>
                  <a:cubicBezTo>
                    <a:pt x="15475" y="4308"/>
                    <a:pt x="16302" y="5136"/>
                    <a:pt x="16302" y="6169"/>
                  </a:cubicBezTo>
                  <a:cubicBezTo>
                    <a:pt x="16302" y="6307"/>
                    <a:pt x="16285" y="6445"/>
                    <a:pt x="16268" y="6583"/>
                  </a:cubicBezTo>
                  <a:cubicBezTo>
                    <a:pt x="16216" y="6755"/>
                    <a:pt x="16319" y="6928"/>
                    <a:pt x="16474" y="6979"/>
                  </a:cubicBezTo>
                  <a:cubicBezTo>
                    <a:pt x="17181" y="7272"/>
                    <a:pt x="17646" y="7944"/>
                    <a:pt x="17646" y="8720"/>
                  </a:cubicBezTo>
                  <a:cubicBezTo>
                    <a:pt x="17646" y="9737"/>
                    <a:pt x="16802" y="10564"/>
                    <a:pt x="15768" y="10564"/>
                  </a:cubicBezTo>
                  <a:lnTo>
                    <a:pt x="3464" y="10564"/>
                  </a:lnTo>
                  <a:cubicBezTo>
                    <a:pt x="1947" y="10564"/>
                    <a:pt x="724" y="9340"/>
                    <a:pt x="724" y="7841"/>
                  </a:cubicBezTo>
                  <a:cubicBezTo>
                    <a:pt x="724" y="6325"/>
                    <a:pt x="1947" y="5101"/>
                    <a:pt x="3464" y="5101"/>
                  </a:cubicBezTo>
                  <a:lnTo>
                    <a:pt x="3619" y="5101"/>
                  </a:lnTo>
                  <a:cubicBezTo>
                    <a:pt x="3631" y="5102"/>
                    <a:pt x="3643" y="5103"/>
                    <a:pt x="3655" y="5103"/>
                  </a:cubicBezTo>
                  <a:cubicBezTo>
                    <a:pt x="3828" y="5103"/>
                    <a:pt x="3966" y="4986"/>
                    <a:pt x="3998" y="4808"/>
                  </a:cubicBezTo>
                  <a:cubicBezTo>
                    <a:pt x="4481" y="2430"/>
                    <a:pt x="6600" y="707"/>
                    <a:pt x="9030" y="707"/>
                  </a:cubicBezTo>
                  <a:close/>
                  <a:moveTo>
                    <a:pt x="9030" y="0"/>
                  </a:moveTo>
                  <a:cubicBezTo>
                    <a:pt x="7686" y="0"/>
                    <a:pt x="6359" y="466"/>
                    <a:pt x="5308" y="1327"/>
                  </a:cubicBezTo>
                  <a:cubicBezTo>
                    <a:pt x="4360" y="2120"/>
                    <a:pt x="3671" y="3188"/>
                    <a:pt x="3360" y="4377"/>
                  </a:cubicBezTo>
                  <a:cubicBezTo>
                    <a:pt x="1499" y="4429"/>
                    <a:pt x="0" y="5963"/>
                    <a:pt x="0" y="7841"/>
                  </a:cubicBezTo>
                  <a:cubicBezTo>
                    <a:pt x="0" y="9737"/>
                    <a:pt x="1551" y="11288"/>
                    <a:pt x="3464" y="11288"/>
                  </a:cubicBezTo>
                  <a:lnTo>
                    <a:pt x="15768" y="11288"/>
                  </a:lnTo>
                  <a:cubicBezTo>
                    <a:pt x="17198" y="11288"/>
                    <a:pt x="18353" y="10133"/>
                    <a:pt x="18353" y="8720"/>
                  </a:cubicBezTo>
                  <a:cubicBezTo>
                    <a:pt x="18353" y="7755"/>
                    <a:pt x="17836" y="6893"/>
                    <a:pt x="17009" y="6445"/>
                  </a:cubicBezTo>
                  <a:cubicBezTo>
                    <a:pt x="17026" y="6359"/>
                    <a:pt x="17026" y="6256"/>
                    <a:pt x="17026" y="6169"/>
                  </a:cubicBezTo>
                  <a:cubicBezTo>
                    <a:pt x="17026" y="4739"/>
                    <a:pt x="15871" y="3585"/>
                    <a:pt x="14441" y="3585"/>
                  </a:cubicBezTo>
                  <a:cubicBezTo>
                    <a:pt x="14027" y="2585"/>
                    <a:pt x="13338" y="1723"/>
                    <a:pt x="12425" y="1069"/>
                  </a:cubicBezTo>
                  <a:cubicBezTo>
                    <a:pt x="11443" y="362"/>
                    <a:pt x="10271" y="0"/>
                    <a:pt x="9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2"/>
            <p:cNvSpPr/>
            <p:nvPr/>
          </p:nvSpPr>
          <p:spPr>
            <a:xfrm>
              <a:off x="7544613" y="3405500"/>
              <a:ext cx="67650" cy="78950"/>
            </a:xfrm>
            <a:custGeom>
              <a:rect b="b" l="l" r="r" t="t"/>
              <a:pathLst>
                <a:path extrusionOk="0" h="3158" w="2706">
                  <a:moveTo>
                    <a:pt x="2297" y="1"/>
                  </a:moveTo>
                  <a:cubicBezTo>
                    <a:pt x="2242" y="1"/>
                    <a:pt x="2188" y="13"/>
                    <a:pt x="2137" y="38"/>
                  </a:cubicBezTo>
                  <a:cubicBezTo>
                    <a:pt x="1069" y="555"/>
                    <a:pt x="276" y="1554"/>
                    <a:pt x="52" y="2726"/>
                  </a:cubicBezTo>
                  <a:cubicBezTo>
                    <a:pt x="0" y="2916"/>
                    <a:pt x="121" y="3105"/>
                    <a:pt x="328" y="3157"/>
                  </a:cubicBezTo>
                  <a:lnTo>
                    <a:pt x="397" y="3157"/>
                  </a:lnTo>
                  <a:cubicBezTo>
                    <a:pt x="569" y="3157"/>
                    <a:pt x="707" y="3036"/>
                    <a:pt x="741" y="2864"/>
                  </a:cubicBezTo>
                  <a:cubicBezTo>
                    <a:pt x="948" y="1916"/>
                    <a:pt x="1586" y="1106"/>
                    <a:pt x="2447" y="676"/>
                  </a:cubicBezTo>
                  <a:cubicBezTo>
                    <a:pt x="2637" y="589"/>
                    <a:pt x="2706" y="383"/>
                    <a:pt x="2620" y="193"/>
                  </a:cubicBezTo>
                  <a:cubicBezTo>
                    <a:pt x="2559" y="71"/>
                    <a:pt x="2429" y="1"/>
                    <a:pt x="2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7630763" y="3396525"/>
              <a:ext cx="18550" cy="18125"/>
            </a:xfrm>
            <a:custGeom>
              <a:rect b="b" l="l" r="r" t="t"/>
              <a:pathLst>
                <a:path extrusionOk="0" h="725" w="742">
                  <a:moveTo>
                    <a:pt x="363" y="1"/>
                  </a:moveTo>
                  <a:cubicBezTo>
                    <a:pt x="173" y="1"/>
                    <a:pt x="1" y="156"/>
                    <a:pt x="1" y="363"/>
                  </a:cubicBezTo>
                  <a:cubicBezTo>
                    <a:pt x="1" y="552"/>
                    <a:pt x="173" y="724"/>
                    <a:pt x="363" y="724"/>
                  </a:cubicBezTo>
                  <a:lnTo>
                    <a:pt x="380" y="724"/>
                  </a:lnTo>
                  <a:cubicBezTo>
                    <a:pt x="587" y="724"/>
                    <a:pt x="742" y="552"/>
                    <a:pt x="742" y="363"/>
                  </a:cubicBezTo>
                  <a:cubicBezTo>
                    <a:pt x="742" y="156"/>
                    <a:pt x="587" y="1"/>
                    <a:pt x="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7753988" y="3180350"/>
              <a:ext cx="119350" cy="142975"/>
            </a:xfrm>
            <a:custGeom>
              <a:rect b="b" l="l" r="r" t="t"/>
              <a:pathLst>
                <a:path extrusionOk="0" h="5719" w="4774">
                  <a:moveTo>
                    <a:pt x="2775" y="859"/>
                  </a:moveTo>
                  <a:cubicBezTo>
                    <a:pt x="3447" y="1100"/>
                    <a:pt x="4067" y="1479"/>
                    <a:pt x="4067" y="1737"/>
                  </a:cubicBezTo>
                  <a:lnTo>
                    <a:pt x="4067" y="2375"/>
                  </a:lnTo>
                  <a:cubicBezTo>
                    <a:pt x="3912" y="2272"/>
                    <a:pt x="3757" y="2185"/>
                    <a:pt x="3568" y="2099"/>
                  </a:cubicBezTo>
                  <a:cubicBezTo>
                    <a:pt x="3275" y="1944"/>
                    <a:pt x="2964" y="1841"/>
                    <a:pt x="2775" y="1772"/>
                  </a:cubicBezTo>
                  <a:lnTo>
                    <a:pt x="2775" y="859"/>
                  </a:lnTo>
                  <a:close/>
                  <a:moveTo>
                    <a:pt x="1551" y="3805"/>
                  </a:moveTo>
                  <a:cubicBezTo>
                    <a:pt x="1689" y="3805"/>
                    <a:pt x="1827" y="3840"/>
                    <a:pt x="1913" y="3943"/>
                  </a:cubicBezTo>
                  <a:cubicBezTo>
                    <a:pt x="1999" y="4029"/>
                    <a:pt x="2051" y="4133"/>
                    <a:pt x="2051" y="4253"/>
                  </a:cubicBezTo>
                  <a:cubicBezTo>
                    <a:pt x="2051" y="4253"/>
                    <a:pt x="2051" y="4322"/>
                    <a:pt x="2051" y="4322"/>
                  </a:cubicBezTo>
                  <a:cubicBezTo>
                    <a:pt x="2051" y="4495"/>
                    <a:pt x="1965" y="4650"/>
                    <a:pt x="1844" y="4788"/>
                  </a:cubicBezTo>
                  <a:cubicBezTo>
                    <a:pt x="1700" y="4922"/>
                    <a:pt x="1519" y="4992"/>
                    <a:pt x="1350" y="4992"/>
                  </a:cubicBezTo>
                  <a:cubicBezTo>
                    <a:pt x="1217" y="4992"/>
                    <a:pt x="1091" y="4948"/>
                    <a:pt x="1000" y="4856"/>
                  </a:cubicBezTo>
                  <a:cubicBezTo>
                    <a:pt x="776" y="4632"/>
                    <a:pt x="810" y="4253"/>
                    <a:pt x="1069" y="4012"/>
                  </a:cubicBezTo>
                  <a:cubicBezTo>
                    <a:pt x="1189" y="3874"/>
                    <a:pt x="1362" y="3805"/>
                    <a:pt x="1517" y="3805"/>
                  </a:cubicBezTo>
                  <a:close/>
                  <a:moveTo>
                    <a:pt x="2413" y="1"/>
                  </a:moveTo>
                  <a:cubicBezTo>
                    <a:pt x="2334" y="1"/>
                    <a:pt x="2252" y="33"/>
                    <a:pt x="2189" y="83"/>
                  </a:cubicBezTo>
                  <a:cubicBezTo>
                    <a:pt x="2103" y="152"/>
                    <a:pt x="2051" y="255"/>
                    <a:pt x="2051" y="359"/>
                  </a:cubicBezTo>
                  <a:lnTo>
                    <a:pt x="2051" y="3185"/>
                  </a:lnTo>
                  <a:cubicBezTo>
                    <a:pt x="1907" y="3113"/>
                    <a:pt x="1752" y="3077"/>
                    <a:pt x="1584" y="3077"/>
                  </a:cubicBezTo>
                  <a:cubicBezTo>
                    <a:pt x="1551" y="3077"/>
                    <a:pt x="1517" y="3079"/>
                    <a:pt x="1482" y="3082"/>
                  </a:cubicBezTo>
                  <a:cubicBezTo>
                    <a:pt x="1138" y="3099"/>
                    <a:pt x="810" y="3254"/>
                    <a:pt x="569" y="3495"/>
                  </a:cubicBezTo>
                  <a:cubicBezTo>
                    <a:pt x="35" y="4029"/>
                    <a:pt x="0" y="4874"/>
                    <a:pt x="483" y="5356"/>
                  </a:cubicBezTo>
                  <a:cubicBezTo>
                    <a:pt x="724" y="5597"/>
                    <a:pt x="1034" y="5718"/>
                    <a:pt x="1362" y="5718"/>
                  </a:cubicBezTo>
                  <a:cubicBezTo>
                    <a:pt x="1706" y="5718"/>
                    <a:pt x="2068" y="5563"/>
                    <a:pt x="2344" y="5287"/>
                  </a:cubicBezTo>
                  <a:cubicBezTo>
                    <a:pt x="2602" y="5029"/>
                    <a:pt x="2758" y="4701"/>
                    <a:pt x="2775" y="4357"/>
                  </a:cubicBezTo>
                  <a:cubicBezTo>
                    <a:pt x="2775" y="4322"/>
                    <a:pt x="2775" y="2530"/>
                    <a:pt x="2775" y="2530"/>
                  </a:cubicBezTo>
                  <a:cubicBezTo>
                    <a:pt x="3447" y="2771"/>
                    <a:pt x="4067" y="3150"/>
                    <a:pt x="4067" y="3409"/>
                  </a:cubicBezTo>
                  <a:cubicBezTo>
                    <a:pt x="4067" y="3616"/>
                    <a:pt x="4222" y="3771"/>
                    <a:pt x="4412" y="3771"/>
                  </a:cubicBezTo>
                  <a:cubicBezTo>
                    <a:pt x="4619" y="3771"/>
                    <a:pt x="4774" y="3616"/>
                    <a:pt x="4774" y="3409"/>
                  </a:cubicBezTo>
                  <a:lnTo>
                    <a:pt x="4774" y="1737"/>
                  </a:lnTo>
                  <a:cubicBezTo>
                    <a:pt x="4774" y="1255"/>
                    <a:pt x="4377" y="807"/>
                    <a:pt x="3568" y="428"/>
                  </a:cubicBezTo>
                  <a:cubicBezTo>
                    <a:pt x="3051" y="169"/>
                    <a:pt x="2534" y="31"/>
                    <a:pt x="2499" y="14"/>
                  </a:cubicBezTo>
                  <a:cubicBezTo>
                    <a:pt x="2471" y="5"/>
                    <a:pt x="2442" y="1"/>
                    <a:pt x="2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7805263" y="3340950"/>
              <a:ext cx="18100" cy="59475"/>
            </a:xfrm>
            <a:custGeom>
              <a:rect b="b" l="l" r="r" t="t"/>
              <a:pathLst>
                <a:path extrusionOk="0" h="2379" w="724">
                  <a:moveTo>
                    <a:pt x="362" y="1"/>
                  </a:moveTo>
                  <a:cubicBezTo>
                    <a:pt x="155" y="1"/>
                    <a:pt x="0" y="156"/>
                    <a:pt x="0" y="345"/>
                  </a:cubicBezTo>
                  <a:lnTo>
                    <a:pt x="0" y="2017"/>
                  </a:lnTo>
                  <a:cubicBezTo>
                    <a:pt x="0" y="2206"/>
                    <a:pt x="155" y="2379"/>
                    <a:pt x="362" y="2379"/>
                  </a:cubicBezTo>
                  <a:cubicBezTo>
                    <a:pt x="551" y="2379"/>
                    <a:pt x="724" y="2206"/>
                    <a:pt x="724" y="2017"/>
                  </a:cubicBezTo>
                  <a:lnTo>
                    <a:pt x="724" y="345"/>
                  </a:lnTo>
                  <a:cubicBezTo>
                    <a:pt x="724" y="156"/>
                    <a:pt x="551" y="1"/>
                    <a:pt x="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7805263" y="3418075"/>
              <a:ext cx="18100" cy="18125"/>
            </a:xfrm>
            <a:custGeom>
              <a:rect b="b" l="l" r="r" t="t"/>
              <a:pathLst>
                <a:path extrusionOk="0" h="725" w="724">
                  <a:moveTo>
                    <a:pt x="362" y="0"/>
                  </a:moveTo>
                  <a:cubicBezTo>
                    <a:pt x="259" y="0"/>
                    <a:pt x="172" y="52"/>
                    <a:pt x="103" y="104"/>
                  </a:cubicBezTo>
                  <a:cubicBezTo>
                    <a:pt x="35" y="173"/>
                    <a:pt x="0" y="276"/>
                    <a:pt x="0" y="362"/>
                  </a:cubicBezTo>
                  <a:cubicBezTo>
                    <a:pt x="0" y="466"/>
                    <a:pt x="35" y="552"/>
                    <a:pt x="103" y="621"/>
                  </a:cubicBezTo>
                  <a:cubicBezTo>
                    <a:pt x="172" y="690"/>
                    <a:pt x="259" y="724"/>
                    <a:pt x="362" y="724"/>
                  </a:cubicBezTo>
                  <a:cubicBezTo>
                    <a:pt x="448" y="724"/>
                    <a:pt x="551" y="690"/>
                    <a:pt x="603" y="621"/>
                  </a:cubicBezTo>
                  <a:cubicBezTo>
                    <a:pt x="672" y="552"/>
                    <a:pt x="724" y="466"/>
                    <a:pt x="724" y="362"/>
                  </a:cubicBezTo>
                  <a:cubicBezTo>
                    <a:pt x="724" y="276"/>
                    <a:pt x="672" y="173"/>
                    <a:pt x="603" y="104"/>
                  </a:cubicBezTo>
                  <a:cubicBezTo>
                    <a:pt x="551" y="52"/>
                    <a:pt x="448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7414513" y="3180250"/>
              <a:ext cx="190425" cy="146950"/>
            </a:xfrm>
            <a:custGeom>
              <a:rect b="b" l="l" r="r" t="t"/>
              <a:pathLst>
                <a:path extrusionOk="0" h="5878" w="7617">
                  <a:moveTo>
                    <a:pt x="6342" y="725"/>
                  </a:moveTo>
                  <a:cubicBezTo>
                    <a:pt x="6635" y="725"/>
                    <a:pt x="6893" y="983"/>
                    <a:pt x="6893" y="1276"/>
                  </a:cubicBezTo>
                  <a:lnTo>
                    <a:pt x="6893" y="4619"/>
                  </a:lnTo>
                  <a:cubicBezTo>
                    <a:pt x="6893" y="4912"/>
                    <a:pt x="6635" y="5171"/>
                    <a:pt x="6342" y="5171"/>
                  </a:cubicBezTo>
                  <a:lnTo>
                    <a:pt x="1275" y="5171"/>
                  </a:lnTo>
                  <a:cubicBezTo>
                    <a:pt x="982" y="5171"/>
                    <a:pt x="724" y="4912"/>
                    <a:pt x="724" y="4619"/>
                  </a:cubicBezTo>
                  <a:lnTo>
                    <a:pt x="724" y="1276"/>
                  </a:lnTo>
                  <a:cubicBezTo>
                    <a:pt x="724" y="983"/>
                    <a:pt x="982" y="725"/>
                    <a:pt x="1275" y="725"/>
                  </a:cubicBezTo>
                  <a:close/>
                  <a:moveTo>
                    <a:pt x="1275" y="1"/>
                  </a:moveTo>
                  <a:cubicBezTo>
                    <a:pt x="586" y="1"/>
                    <a:pt x="0" y="587"/>
                    <a:pt x="0" y="1276"/>
                  </a:cubicBezTo>
                  <a:lnTo>
                    <a:pt x="0" y="4619"/>
                  </a:lnTo>
                  <a:cubicBezTo>
                    <a:pt x="0" y="5309"/>
                    <a:pt x="586" y="5877"/>
                    <a:pt x="1275" y="5877"/>
                  </a:cubicBezTo>
                  <a:lnTo>
                    <a:pt x="6342" y="5877"/>
                  </a:lnTo>
                  <a:cubicBezTo>
                    <a:pt x="7031" y="5877"/>
                    <a:pt x="7617" y="5309"/>
                    <a:pt x="7617" y="4619"/>
                  </a:cubicBezTo>
                  <a:lnTo>
                    <a:pt x="7617" y="1276"/>
                  </a:lnTo>
                  <a:cubicBezTo>
                    <a:pt x="7617" y="587"/>
                    <a:pt x="7031" y="1"/>
                    <a:pt x="6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7478263" y="3213950"/>
              <a:ext cx="69825" cy="80075"/>
            </a:xfrm>
            <a:custGeom>
              <a:rect b="b" l="l" r="r" t="t"/>
              <a:pathLst>
                <a:path extrusionOk="0" h="3203" w="2793">
                  <a:moveTo>
                    <a:pt x="724" y="738"/>
                  </a:moveTo>
                  <a:lnTo>
                    <a:pt x="2051" y="1600"/>
                  </a:lnTo>
                  <a:lnTo>
                    <a:pt x="724" y="2444"/>
                  </a:lnTo>
                  <a:lnTo>
                    <a:pt x="724" y="738"/>
                  </a:lnTo>
                  <a:close/>
                  <a:moveTo>
                    <a:pt x="681" y="1"/>
                  </a:moveTo>
                  <a:cubicBezTo>
                    <a:pt x="569" y="1"/>
                    <a:pt x="458" y="27"/>
                    <a:pt x="362" y="83"/>
                  </a:cubicBezTo>
                  <a:cubicBezTo>
                    <a:pt x="138" y="204"/>
                    <a:pt x="1" y="428"/>
                    <a:pt x="1" y="669"/>
                  </a:cubicBezTo>
                  <a:lnTo>
                    <a:pt x="1" y="2513"/>
                  </a:lnTo>
                  <a:cubicBezTo>
                    <a:pt x="1" y="2771"/>
                    <a:pt x="138" y="2996"/>
                    <a:pt x="362" y="3116"/>
                  </a:cubicBezTo>
                  <a:cubicBezTo>
                    <a:pt x="466" y="3168"/>
                    <a:pt x="569" y="3202"/>
                    <a:pt x="690" y="3202"/>
                  </a:cubicBezTo>
                  <a:cubicBezTo>
                    <a:pt x="810" y="3202"/>
                    <a:pt x="931" y="3168"/>
                    <a:pt x="1052" y="3099"/>
                  </a:cubicBezTo>
                  <a:lnTo>
                    <a:pt x="2482" y="2168"/>
                  </a:lnTo>
                  <a:cubicBezTo>
                    <a:pt x="2689" y="2048"/>
                    <a:pt x="2792" y="1824"/>
                    <a:pt x="2792" y="1600"/>
                  </a:cubicBezTo>
                  <a:cubicBezTo>
                    <a:pt x="2792" y="1358"/>
                    <a:pt x="2689" y="1152"/>
                    <a:pt x="2482" y="1031"/>
                  </a:cubicBezTo>
                  <a:lnTo>
                    <a:pt x="1052" y="100"/>
                  </a:lnTo>
                  <a:cubicBezTo>
                    <a:pt x="941" y="36"/>
                    <a:pt x="810" y="1"/>
                    <a:pt x="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7478263" y="3347425"/>
              <a:ext cx="18125" cy="76700"/>
            </a:xfrm>
            <a:custGeom>
              <a:rect b="b" l="l" r="r" t="t"/>
              <a:pathLst>
                <a:path extrusionOk="0" h="3068" w="725">
                  <a:moveTo>
                    <a:pt x="362" y="0"/>
                  </a:moveTo>
                  <a:cubicBezTo>
                    <a:pt x="156" y="0"/>
                    <a:pt x="1" y="155"/>
                    <a:pt x="1" y="362"/>
                  </a:cubicBezTo>
                  <a:lnTo>
                    <a:pt x="1" y="2723"/>
                  </a:lnTo>
                  <a:cubicBezTo>
                    <a:pt x="1" y="2912"/>
                    <a:pt x="156" y="3067"/>
                    <a:pt x="362" y="3067"/>
                  </a:cubicBezTo>
                  <a:cubicBezTo>
                    <a:pt x="552" y="3067"/>
                    <a:pt x="724" y="2912"/>
                    <a:pt x="724" y="2723"/>
                  </a:cubicBezTo>
                  <a:lnTo>
                    <a:pt x="724" y="362"/>
                  </a:lnTo>
                  <a:cubicBezTo>
                    <a:pt x="724" y="155"/>
                    <a:pt x="55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5" name="Google Shape;5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7425" y="2511188"/>
            <a:ext cx="864125" cy="8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5875" y="2933290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1536" y="1625193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2454" y="28942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799" y="273453"/>
            <a:ext cx="678970" cy="7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7505" y="1183257"/>
            <a:ext cx="957066" cy="63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2576" y="1183249"/>
            <a:ext cx="1018982" cy="6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0125" y="956925"/>
            <a:ext cx="864125" cy="8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7500" y="3022001"/>
            <a:ext cx="957075" cy="68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2571" y="3023650"/>
            <a:ext cx="678975" cy="67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30376" y="2933290"/>
            <a:ext cx="1346926" cy="786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27150" y="1644081"/>
            <a:ext cx="1564975" cy="152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6699" y="404899"/>
            <a:ext cx="1446975" cy="14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83884">
            <a:off x="622721" y="2254341"/>
            <a:ext cx="3795090" cy="106442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3"/>
          <p:cNvSpPr/>
          <p:nvPr/>
        </p:nvSpPr>
        <p:spPr>
          <a:xfrm>
            <a:off x="7194275" y="730575"/>
            <a:ext cx="1284000" cy="1284000"/>
          </a:xfrm>
          <a:prstGeom prst="ellipse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3"/>
          <p:cNvSpPr txBox="1"/>
          <p:nvPr>
            <p:ph type="title"/>
          </p:nvPr>
        </p:nvSpPr>
        <p:spPr>
          <a:xfrm>
            <a:off x="3962475" y="2346975"/>
            <a:ext cx="4467000" cy="12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Βασικά στάδια κατασκευής Video 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535" name="Google Shape;535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03235">
            <a:off x="8935" y="785433"/>
            <a:ext cx="3797130" cy="209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3"/>
          <p:cNvPicPr preferRelativeResize="0"/>
          <p:nvPr/>
        </p:nvPicPr>
        <p:blipFill rotWithShape="1">
          <a:blip r:embed="rId7">
            <a:alphaModFix/>
          </a:blip>
          <a:srcRect b="4454" l="0" r="0" t="4445"/>
          <a:stretch/>
        </p:blipFill>
        <p:spPr>
          <a:xfrm rot="-1103034">
            <a:off x="656389" y="943395"/>
            <a:ext cx="2342869" cy="1188454"/>
          </a:xfrm>
          <a:prstGeom prst="trapezoid">
            <a:avLst>
              <a:gd fmla="val 6706" name="adj"/>
            </a:avLst>
          </a:prstGeom>
          <a:noFill/>
          <a:ln>
            <a:noFill/>
          </a:ln>
        </p:spPr>
      </p:pic>
      <p:pic>
        <p:nvPicPr>
          <p:cNvPr id="537" name="Google Shape;537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693866">
            <a:off x="2246173" y="1871736"/>
            <a:ext cx="1282530" cy="169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370053">
            <a:off x="1139183" y="3033069"/>
            <a:ext cx="1880408" cy="115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3"/>
          <p:cNvPicPr preferRelativeResize="0"/>
          <p:nvPr/>
        </p:nvPicPr>
        <p:blipFill rotWithShape="1">
          <a:blip r:embed="rId10">
            <a:alphaModFix/>
          </a:blip>
          <a:srcRect b="0" l="4321" r="4321" t="0"/>
          <a:stretch/>
        </p:blipFill>
        <p:spPr>
          <a:xfrm rot="1370050">
            <a:off x="1322970" y="3163389"/>
            <a:ext cx="1439536" cy="87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18844" y="-305422"/>
            <a:ext cx="1264925" cy="120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97116" y="4640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9014" y="3975633"/>
            <a:ext cx="910561" cy="97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97486" y="1808243"/>
            <a:ext cx="423717" cy="326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251" y="1515643"/>
            <a:ext cx="1545600" cy="14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500" y="1076673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53859">
            <a:off x="7289908" y="248002"/>
            <a:ext cx="1445485" cy="16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2461" y="11276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3796" y="3967223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6250" y="-464935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15400" y="82226"/>
            <a:ext cx="1146075" cy="11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64509" y="1833623"/>
            <a:ext cx="595750" cy="637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6" name="Google Shape;556;p44"/>
          <p:cNvGraphicFramePr/>
          <p:nvPr/>
        </p:nvGraphicFramePr>
        <p:xfrm>
          <a:off x="530638" y="891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{A5C62071-55C0-409A-A5DC-13AF11DB2925}</a:tableStyleId>
              </a:tblPr>
              <a:tblGrid>
                <a:gridCol w="505400"/>
                <a:gridCol w="5776675"/>
              </a:tblGrid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1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Βρες την ιδέα, θέμα.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2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Κάνε έρευνα, ανακάλυψε, μάθε.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3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Γράψε τις ιδέες σου.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4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Σχεδίασε την ιστορία σου.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5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Δημιούργησε αρχεία ήχου, εικονας και video.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6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Ταίριαξε όλα τα αρχεία μαζί.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7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Μοιράσου τις ιδέες σου για ανατροφοδότηση.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8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Ολοκλήρωσε το έργο κάνοντας βελτιώσεις.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557;p44"/>
          <p:cNvSpPr txBox="1"/>
          <p:nvPr/>
        </p:nvSpPr>
        <p:spPr>
          <a:xfrm>
            <a:off x="2666150" y="385700"/>
            <a:ext cx="3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00"/>
                </a:solidFill>
                <a:latin typeface="Arimo"/>
                <a:ea typeface="Arimo"/>
                <a:cs typeface="Arimo"/>
                <a:sym typeface="Arimo"/>
              </a:rPr>
              <a:t>Διαδικασία δημιουργίας Video</a:t>
            </a:r>
            <a:endParaRPr b="1" sz="1800">
              <a:solidFill>
                <a:srgbClr val="FFFF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"/>
          <p:cNvSpPr/>
          <p:nvPr/>
        </p:nvSpPr>
        <p:spPr>
          <a:xfrm>
            <a:off x="4780975" y="1941550"/>
            <a:ext cx="3648600" cy="2625000"/>
          </a:xfrm>
          <a:prstGeom prst="rect">
            <a:avLst/>
          </a:prstGeom>
          <a:solidFill>
            <a:srgbClr val="FFFFFF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5"/>
          <p:cNvSpPr txBox="1"/>
          <p:nvPr>
            <p:ph type="title"/>
          </p:nvPr>
        </p:nvSpPr>
        <p:spPr>
          <a:xfrm>
            <a:off x="468275" y="587700"/>
            <a:ext cx="44184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Τι είναι το σκαρίφημα σεναρίου - storyboard </a:t>
            </a:r>
            <a:endParaRPr/>
          </a:p>
        </p:txBody>
      </p:sp>
      <p:sp>
        <p:nvSpPr>
          <p:cNvPr id="564" name="Google Shape;564;p45"/>
          <p:cNvSpPr txBox="1"/>
          <p:nvPr>
            <p:ph idx="2" type="subTitle"/>
          </p:nvPr>
        </p:nvSpPr>
        <p:spPr>
          <a:xfrm>
            <a:off x="4780975" y="1878700"/>
            <a:ext cx="3648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41B47"/>
                </a:solidFill>
              </a:rPr>
              <a:t>Πρόκειται για ένα σκαρίφημα που αναπαριστά το σενάριο τοποθετώντας κάθε σκηνη στη σωστή σειρά.</a:t>
            </a:r>
            <a:endParaRPr b="1" sz="1700">
              <a:solidFill>
                <a:srgbClr val="741B47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41B47"/>
                </a:solidFill>
              </a:rPr>
              <a:t>Αποτελείται από διαδοχικά πλαίσια που αντιστοιχούν σε κάθε σκηνή και υπάρχει χώρος για σχόλια και κείμενο και λόγια που σχετίζονται με την εκάστοτε σκηνή. </a:t>
            </a:r>
            <a:r>
              <a:rPr lang="en" sz="1700">
                <a:solidFill>
                  <a:srgbClr val="741B47"/>
                </a:solidFill>
              </a:rPr>
              <a:t>  </a:t>
            </a:r>
            <a:endParaRPr sz="1700">
              <a:solidFill>
                <a:srgbClr val="741B47"/>
              </a:solidFill>
            </a:endParaRPr>
          </a:p>
        </p:txBody>
      </p:sp>
      <p:pic>
        <p:nvPicPr>
          <p:cNvPr id="565" name="Google Shape;56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888" y="491200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171" y="2434111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8571" y="822229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5336" y="434706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3088" y="189175"/>
            <a:ext cx="2284371" cy="1714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92900" y="1903800"/>
            <a:ext cx="2166325" cy="28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096" y="1014332"/>
            <a:ext cx="1508977" cy="1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25" y="2654448"/>
            <a:ext cx="864125" cy="867724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46"/>
          <p:cNvSpPr txBox="1"/>
          <p:nvPr>
            <p:ph idx="1" type="subTitle"/>
          </p:nvPr>
        </p:nvSpPr>
        <p:spPr>
          <a:xfrm>
            <a:off x="4063450" y="1853875"/>
            <a:ext cx="4524300" cy="26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b="1" lang="en" sz="1600">
                <a:solidFill>
                  <a:srgbClr val="FFFF00"/>
                </a:solidFill>
              </a:rPr>
              <a:t>Σωστός σχεδιασμός : σε βοηθά να οπτικοποιήσεις το σενάριο και να οργανώσεις τις λήψεις που πρέπει να κάνεις και τις σκηνές που απαιτούνται </a:t>
            </a:r>
            <a:endParaRPr b="1" sz="1600"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b="1" lang="en" sz="1600">
                <a:solidFill>
                  <a:srgbClr val="FFFF00"/>
                </a:solidFill>
              </a:rPr>
              <a:t>Καλή επικοινωνία : σε ομαδικές εργασίες το σκαρίφημα βοηθά τους άλλους να καταλάβουν τι έχει ο καθένας στο μυαλό του πριν παραχθεί το τελικό προϊόν</a:t>
            </a:r>
            <a:endParaRPr b="1" sz="1600">
              <a:solidFill>
                <a:srgbClr val="FFFF00"/>
              </a:solidFill>
            </a:endParaRPr>
          </a:p>
        </p:txBody>
      </p:sp>
      <p:sp>
        <p:nvSpPr>
          <p:cNvPr id="578" name="Google Shape;578;p46"/>
          <p:cNvSpPr txBox="1"/>
          <p:nvPr>
            <p:ph type="title"/>
          </p:nvPr>
        </p:nvSpPr>
        <p:spPr>
          <a:xfrm>
            <a:off x="2107250" y="1014325"/>
            <a:ext cx="55590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</a:rPr>
              <a:t>Σε τι εξυπηρετεί το σκαρίφημα;</a:t>
            </a:r>
            <a:r>
              <a:rPr lang="en"/>
              <a:t>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525802">
            <a:off x="4424805" y="318571"/>
            <a:ext cx="1212536" cy="124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2161" y="8290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0471" y="-223777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06475" y="-271110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509" y="829023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0634" y="4285836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6"/>
          <p:cNvPicPr preferRelativeResize="0"/>
          <p:nvPr/>
        </p:nvPicPr>
        <p:blipFill rotWithShape="1">
          <a:blip r:embed="rId9">
            <a:alphaModFix/>
          </a:blip>
          <a:srcRect b="16673" l="4588" r="4003" t="6172"/>
          <a:stretch/>
        </p:blipFill>
        <p:spPr>
          <a:xfrm>
            <a:off x="109994" y="1853875"/>
            <a:ext cx="4105206" cy="259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251" y="1515643"/>
            <a:ext cx="1545600" cy="144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500" y="1076673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53859">
            <a:off x="7289908" y="248002"/>
            <a:ext cx="1445485" cy="168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2461" y="11276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3796" y="3967223"/>
            <a:ext cx="595750" cy="6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6250" y="-464935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15400" y="82226"/>
            <a:ext cx="1146075" cy="11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64509" y="1833623"/>
            <a:ext cx="595750" cy="637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8" name="Google Shape;598;p47"/>
          <p:cNvGraphicFramePr/>
          <p:nvPr/>
        </p:nvGraphicFramePr>
        <p:xfrm>
          <a:off x="757238" y="1196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{A5C62071-55C0-409A-A5DC-13AF11DB2925}</a:tableStyleId>
              </a:tblPr>
              <a:tblGrid>
                <a:gridCol w="505400"/>
                <a:gridCol w="5776675"/>
              </a:tblGrid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1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Προσδιόρισε</a:t>
                      </a: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 τους στόχους σου.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2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Κάνε καταιγισμό ιδεών.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3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Φτιάξε μια χρονογραμμή της ιστορίας σου</a:t>
                      </a: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4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Σχεδίασε την ιστορία σου.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5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Ενσωμάτωσε σχόλια και σημειώσεις.</a:t>
                      </a: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0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6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Ζήτησε μια δεύτερη γνώμη</a:t>
                      </a: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. 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  <a:tr h="5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660000"/>
                          </a:solidFill>
                        </a:rPr>
                        <a:t>7</a:t>
                      </a:r>
                      <a:endParaRPr b="1" sz="2200">
                        <a:solidFill>
                          <a:srgbClr val="66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Ανασκεύασε το σκαρίφημά σου</a:t>
                      </a:r>
                      <a:r>
                        <a:rPr b="1" lang="en" sz="1500">
                          <a:solidFill>
                            <a:srgbClr val="00FFFF"/>
                          </a:solidFill>
                        </a:rPr>
                        <a:t>.</a:t>
                      </a:r>
                      <a:endParaRPr b="1" sz="15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41B4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99" name="Google Shape;599;p47"/>
          <p:cNvSpPr txBox="1"/>
          <p:nvPr/>
        </p:nvSpPr>
        <p:spPr>
          <a:xfrm>
            <a:off x="855500" y="378150"/>
            <a:ext cx="628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00"/>
                </a:solidFill>
                <a:latin typeface="Arimo"/>
                <a:ea typeface="Arimo"/>
                <a:cs typeface="Arimo"/>
                <a:sym typeface="Arimo"/>
              </a:rPr>
              <a:t>Πως κατασκευάζω ένα σκαρίφημα</a:t>
            </a:r>
            <a:r>
              <a:rPr b="1" lang="en" sz="2000">
                <a:solidFill>
                  <a:srgbClr val="FFFF00"/>
                </a:solidFill>
                <a:latin typeface="Arimo"/>
                <a:ea typeface="Arimo"/>
                <a:cs typeface="Arimo"/>
                <a:sym typeface="Arimo"/>
              </a:rPr>
              <a:t> / storyboard ; </a:t>
            </a:r>
            <a:endParaRPr b="1" sz="2000">
              <a:solidFill>
                <a:srgbClr val="FFFF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600" y="4311952"/>
            <a:ext cx="1346930" cy="139873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8"/>
          <p:cNvSpPr txBox="1"/>
          <p:nvPr>
            <p:ph idx="1" type="subTitle"/>
          </p:nvPr>
        </p:nvSpPr>
        <p:spPr>
          <a:xfrm>
            <a:off x="3324300" y="3737100"/>
            <a:ext cx="26100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Να προσπαθείς να φτιάξεις το τέλειο </a:t>
            </a:r>
            <a:r>
              <a:rPr b="1" lang="en" sz="1600"/>
              <a:t>video</a:t>
            </a:r>
            <a:endParaRPr b="1" sz="1600"/>
          </a:p>
        </p:txBody>
      </p:sp>
      <p:sp>
        <p:nvSpPr>
          <p:cNvPr id="606" name="Google Shape;606;p48"/>
          <p:cNvSpPr txBox="1"/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ΤΑ ΠΙΟ ΣΥΝΗΘΙΣΜΕΝΑ ΛΑΘΗ</a:t>
            </a:r>
            <a:r>
              <a:rPr lang="en"/>
              <a:t> </a:t>
            </a:r>
            <a:endParaRPr/>
          </a:p>
        </p:txBody>
      </p:sp>
      <p:sp>
        <p:nvSpPr>
          <p:cNvPr id="607" name="Google Shape;607;p48"/>
          <p:cNvSpPr txBox="1"/>
          <p:nvPr>
            <p:ph idx="2" type="title"/>
          </p:nvPr>
        </p:nvSpPr>
        <p:spPr>
          <a:xfrm>
            <a:off x="3319950" y="3180350"/>
            <a:ext cx="25041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ΛΑΘΟΣ Νο 2</a:t>
            </a:r>
            <a:endParaRPr b="1" sz="2300"/>
          </a:p>
        </p:txBody>
      </p:sp>
      <p:sp>
        <p:nvSpPr>
          <p:cNvPr id="608" name="Google Shape;608;p48"/>
          <p:cNvSpPr txBox="1"/>
          <p:nvPr>
            <p:ph idx="3" type="subTitle"/>
          </p:nvPr>
        </p:nvSpPr>
        <p:spPr>
          <a:xfrm>
            <a:off x="714300" y="1908725"/>
            <a:ext cx="26100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Να μην γνωρίζεις σε τι κοινό απευθύνεται το video</a:t>
            </a:r>
            <a:endParaRPr b="1" sz="1600"/>
          </a:p>
        </p:txBody>
      </p:sp>
      <p:sp>
        <p:nvSpPr>
          <p:cNvPr id="609" name="Google Shape;609;p48"/>
          <p:cNvSpPr txBox="1"/>
          <p:nvPr>
            <p:ph idx="4" type="title"/>
          </p:nvPr>
        </p:nvSpPr>
        <p:spPr>
          <a:xfrm>
            <a:off x="767876" y="1378488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ΛΑΘΟΣ Νο 1 </a:t>
            </a:r>
            <a:endParaRPr b="1" sz="2300"/>
          </a:p>
        </p:txBody>
      </p:sp>
      <p:pic>
        <p:nvPicPr>
          <p:cNvPr id="610" name="Google Shape;61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1191" y="549589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5786" y="133193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391" y="4311939"/>
            <a:ext cx="577022" cy="63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8"/>
          <p:cNvSpPr txBox="1"/>
          <p:nvPr>
            <p:ph idx="7" type="subTitle"/>
          </p:nvPr>
        </p:nvSpPr>
        <p:spPr>
          <a:xfrm>
            <a:off x="6187204" y="1908725"/>
            <a:ext cx="2242500" cy="8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Να ανησυχείς υπερβολικά για την ποιότητα του εξοπλισμού σου</a:t>
            </a:r>
            <a:endParaRPr b="1" sz="1600"/>
          </a:p>
        </p:txBody>
      </p:sp>
      <p:sp>
        <p:nvSpPr>
          <p:cNvPr id="614" name="Google Shape;614;p48"/>
          <p:cNvSpPr txBox="1"/>
          <p:nvPr>
            <p:ph idx="8" type="title"/>
          </p:nvPr>
        </p:nvSpPr>
        <p:spPr>
          <a:xfrm>
            <a:off x="6187204" y="1412525"/>
            <a:ext cx="22425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ΛΑΘΟΣ Νο 3 </a:t>
            </a:r>
            <a:endParaRPr b="1" sz="2300"/>
          </a:p>
        </p:txBody>
      </p:sp>
      <p:pic>
        <p:nvPicPr>
          <p:cNvPr id="615" name="Google Shape;615;p48"/>
          <p:cNvPicPr preferRelativeResize="0"/>
          <p:nvPr/>
        </p:nvPicPr>
        <p:blipFill rotWithShape="1">
          <a:blip r:embed="rId6">
            <a:alphaModFix/>
          </a:blip>
          <a:srcRect b="27285" l="0" r="0" t="6083"/>
          <a:stretch/>
        </p:blipFill>
        <p:spPr>
          <a:xfrm>
            <a:off x="3509713" y="1013375"/>
            <a:ext cx="1940400" cy="194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425" y="3205715"/>
            <a:ext cx="1346930" cy="13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1229" y="4224639"/>
            <a:ext cx="577022" cy="637061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9"/>
          <p:cNvSpPr txBox="1"/>
          <p:nvPr>
            <p:ph idx="1" type="subTitle"/>
          </p:nvPr>
        </p:nvSpPr>
        <p:spPr>
          <a:xfrm>
            <a:off x="714300" y="1795700"/>
            <a:ext cx="44442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600"/>
              <a:buFont typeface="Arimo"/>
              <a:buChar char="●"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https://www.tiktok.com/</a:t>
            </a:r>
            <a:endParaRPr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300"/>
              <a:buFont typeface="Arial"/>
              <a:buChar char="●"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https://vimeo.com/create/education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300"/>
              <a:buFont typeface="Arial"/>
              <a:buChar char="●"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https://animoto.com/k/homepage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300"/>
              <a:buFont typeface="Arial"/>
              <a:buChar char="●"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https://www.hippovideo.io/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300"/>
              <a:buFont typeface="Arial"/>
              <a:buChar char="●"/>
            </a:pP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https://invideo.io/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9"/>
          <p:cNvSpPr txBox="1"/>
          <p:nvPr>
            <p:ph type="title"/>
          </p:nvPr>
        </p:nvSpPr>
        <p:spPr>
          <a:xfrm>
            <a:off x="714300" y="430675"/>
            <a:ext cx="3789000" cy="1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ΒΑΣΙΚΑ ΕΡΓΑΑΛΕΙΑ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ΠΑΡAΓΩΓΗΣ VIDEO</a:t>
            </a:r>
            <a:endParaRPr/>
          </a:p>
        </p:txBody>
      </p:sp>
      <p:pic>
        <p:nvPicPr>
          <p:cNvPr id="624" name="Google Shape;624;p49"/>
          <p:cNvPicPr preferRelativeResize="0"/>
          <p:nvPr/>
        </p:nvPicPr>
        <p:blipFill rotWithShape="1">
          <a:blip r:embed="rId6">
            <a:alphaModFix/>
          </a:blip>
          <a:srcRect b="27285" l="0" r="0" t="6083"/>
          <a:stretch/>
        </p:blipFill>
        <p:spPr>
          <a:xfrm>
            <a:off x="5122425" y="1066200"/>
            <a:ext cx="3011100" cy="3011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25" name="Google Shape;625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2336" y="1139418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322126" y="1066201"/>
            <a:ext cx="1036425" cy="9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279" y="1795689"/>
            <a:ext cx="577022" cy="6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505333">
            <a:off x="1546133" y="3791274"/>
            <a:ext cx="2418140" cy="22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8666" y="2586814"/>
            <a:ext cx="577022" cy="6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9700" y="946423"/>
            <a:ext cx="864125" cy="86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04450" y="549600"/>
            <a:ext cx="563148" cy="5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196" y="-410421"/>
            <a:ext cx="1109304" cy="103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10536" y="2639593"/>
            <a:ext cx="423717" cy="32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0"/>
          <p:cNvPicPr preferRelativeResize="0"/>
          <p:nvPr/>
        </p:nvPicPr>
        <p:blipFill rotWithShape="1">
          <a:blip r:embed="rId10">
            <a:alphaModFix/>
          </a:blip>
          <a:srcRect b="0" l="3375" r="3366" t="0"/>
          <a:stretch/>
        </p:blipFill>
        <p:spPr>
          <a:xfrm>
            <a:off x="-30225" y="0"/>
            <a:ext cx="9871575" cy="514809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0"/>
          <p:cNvSpPr txBox="1"/>
          <p:nvPr>
            <p:ph type="title"/>
          </p:nvPr>
        </p:nvSpPr>
        <p:spPr>
          <a:xfrm>
            <a:off x="-30225" y="4424100"/>
            <a:ext cx="2862000" cy="71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ΜΙΑ ΦΩΤΟΓΡΑΦΙΑ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ΧΙΛΙΕΣ ΛΕΞΕΙΣ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deo Editing App for Social Media Pitch Deck by Slidesgo">
  <a:themeElements>
    <a:clrScheme name="Simple Light">
      <a:dk1>
        <a:srgbClr val="69659C"/>
      </a:dk1>
      <a:lt1>
        <a:srgbClr val="FFFFFF"/>
      </a:lt1>
      <a:dk2>
        <a:srgbClr val="39365D"/>
      </a:dk2>
      <a:lt2>
        <a:srgbClr val="55C6FF"/>
      </a:lt2>
      <a:accent1>
        <a:srgbClr val="A12D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